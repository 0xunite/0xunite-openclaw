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推荐指数（越高越适合先练手）</c:v>
                </c:pt>
              </c:strCache>
            </c:strRef>
          </c:tx>
          <c:spPr>
            <a:solidFill>
              <a:srgbClr val="2D66F5"/>
            </a:solidFill>
          </c:spPr>
          <c:cat>
            <c:strRef>
              <c:f>Sheet1!$A$2:$A$6</c:f>
              <c:strCache>
                <c:ptCount val="5"/>
                <c:pt idx="0">
                  <c:v>菲律宾</c:v>
                </c:pt>
                <c:pt idx="1">
                  <c:v>泰国</c:v>
                </c:pt>
                <c:pt idx="2">
                  <c:v>越南</c:v>
                </c:pt>
                <c:pt idx="3">
                  <c:v>英国</c:v>
                </c:pt>
                <c:pt idx="4">
                  <c:v>美国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82</c:v>
                </c:pt>
                <c:pt idx="2">
                  <c:v>75</c:v>
                </c:pt>
                <c:pt idx="3">
                  <c:v>58</c:v>
                </c:pt>
                <c:pt idx="4">
                  <c:v>50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3552" cy="685800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7498079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D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685800"/>
            <a:ext cx="14630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749808"/>
            <a:ext cx="11887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/>
              <a:t>v2.1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676656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/>
              <a:t>韩国主体切入TikTok Shop：</a:t>
            </a:r>
          </a:p>
          <a:p>
            <a:r>
              <a:rPr sz="2400" b="1"/>
              <a:t>本土机会判断与SEA跨境实操指南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16352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把“韩国本土闭环”与“韩国主体做SEA跨境”彻底拆开讲。</a:t>
            </a:r>
          </a:p>
          <a:p>
            <a:r>
              <a:t>重点回答：谁能做、先做哪条路、怎么避坑、如何低成本练手。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适用对象</a:t>
            </a:r>
          </a:p>
          <a:p>
            <a:r>
              <a:t>• 韩国公司/韩国常住华人</a:t>
            </a:r>
          </a:p>
          <a:p>
            <a:r>
              <a:t>• 想做 TikTok Shop 或跨境内容电商的新手</a:t>
            </a:r>
          </a:p>
          <a:p>
            <a:r>
              <a:t>• 需要备选平台练手的人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914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修订重点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41732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路径分流</a:t>
            </a:r>
          </a:p>
          <a:p>
            <a:r>
              <a:t>2. 本地站谨慎披露</a:t>
            </a:r>
          </a:p>
          <a:p>
            <a:r>
              <a:t>3. SEA跨境作为主路径</a:t>
            </a:r>
          </a:p>
          <a:p>
            <a:r>
              <a:t>4. VAT与合规加强免责声明</a:t>
            </a:r>
          </a:p>
          <a:p>
            <a:r>
              <a:t>5. 新手品类/决策树/亚马逊备选新增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5989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2026 / 实操修订版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/>
              <a:t>韩国TikTok Shop从0到1指南 v2.1 · 修订版封面</a:t>
            </a:r>
          </a:p>
          <a:p>
            <a:r>
              <a:rPr sz="900"/>
              <a:t>本指南基于公开规则与行业实践整理，政策/费率/开放范围以最新官方公告为准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路径分流页：先别混，先选路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0" y="146304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核心修正页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路径分流页：先别混，先选路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05200" cy="38404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A. 韩国本土站（待官方进一步明确）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572768"/>
            <a:ext cx="3276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适合：有韩国本地公司、仓、客服、税务能力</a:t>
            </a:r>
          </a:p>
          <a:p>
            <a:r>
              <a:t>• 现状：信息披露不稳定，需以 TikTok 官方公告/邀请为准</a:t>
            </a:r>
          </a:p>
          <a:p>
            <a:r>
              <a:t>• 判断：不是新手第一条路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24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2440" y="1097280"/>
            <a:ext cx="3505200" cy="38404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21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B. 韩国主体做 SEA 跨境（主路径）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0456" y="1572768"/>
            <a:ext cx="327660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/>
              <a:t>• 适合：想快速起量、先做东南亚</a:t>
            </a:r>
          </a:p>
          <a:p>
            <a:r>
              <a:rPr sz="1200"/>
              <a:t>• 优势：相较韩国本土闭环，韩国主体切入SEA跨境在当前阶段通常更容易落地，但仍需逐站核验开放资格、收款与物流要求</a:t>
            </a:r>
          </a:p>
          <a:p>
            <a:r>
              <a:rPr sz="1200"/>
              <a:t>• 判断：当前最值得从 0 到 1 跑通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2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6240" y="1097280"/>
            <a:ext cx="350520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59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C. 反向海淘（韩国→中国）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4256" y="1572768"/>
            <a:ext cx="3276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适合：有韩国商品资源/内容种草能力</a:t>
            </a:r>
          </a:p>
          <a:p>
            <a:r>
              <a:t>• 打法：小红书/抖音种草 + 预售/代发</a:t>
            </a:r>
          </a:p>
          <a:p>
            <a:r>
              <a:t>• 判断：不是 TikTok Shop 主线，但能补现金流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5440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46120"/>
            <a:ext cx="109728" cy="237744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319272"/>
            <a:ext cx="5166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新手决策树（身份→预算→品类→市场）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576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身份：若无可用韩国主体/长期签证合规条件，先不要碰韩国本土闭环。</a:t>
            </a:r>
          </a:p>
          <a:p>
            <a:r>
              <a:t>预算：&lt;300万韩元先轻SKU + 小批量测品；&gt;800万韩元再考虑韩国本地仓。</a:t>
            </a:r>
          </a:p>
          <a:p>
            <a:r>
              <a:t>品类：优先低客诉、低监管、低侵权；避开功能性化妆品、食品、儿童高监管品。</a:t>
            </a:r>
          </a:p>
          <a:p>
            <a:r>
              <a:t>市场：先 SEA 跨境跑模型，再评估韩国本土闭环或反向海淘。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2461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246120"/>
            <a:ext cx="109728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3319272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一句话结论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657600"/>
            <a:ext cx="489204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/>
              <a:t>把“韩国本地机会”当中长期 option，把“韩国主体做 SEA”当当前主战场。</a:t>
            </a:r>
          </a:p>
          <a:p>
            <a:r>
              <a:rPr sz="1200"/>
              <a:t>如果你连选品、内容、履约都没跑通，先别上高监管本地站，容易烧钱。</a:t>
            </a:r>
          </a:p>
          <a:p>
            <a:r>
              <a:rPr sz="1200"/>
              <a:t>Amazon与TikTok Shop运营逻辑不同，不建议混为同一条起盘路径。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/>
              <a:t>2. 韩国TikTok内容消费环境：有流量机会，但Shop落地仍需谨慎核验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" cy="2103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市场判断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韩国用户对短视频内容消费强，但电商心智长期被 Coupang、Naver、11Street 等平台教育。</a:t>
            </a:r>
          </a:p>
          <a:p>
            <a:r>
              <a:t>TikTok 的优势是“内容驱动冲动购买”，不是“搜索驱动的标准化货架”。</a:t>
            </a:r>
          </a:p>
          <a:p>
            <a:r>
              <a:t>因此：爆品机会存在，但转化效率、履约体验、平台规则波动都比成熟货架平台更敏感。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风险提示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不要把“韩国用户喜欢 TikTok”直接等同于“韩国本土 TikTok Shop 已完全成熟”。</a:t>
            </a:r>
          </a:p>
          <a:p>
            <a:r>
              <a:t>支付、物流、税务、消费者保护、平台灰度开放节奏，都可能影响落地细节。</a:t>
            </a:r>
          </a:p>
          <a:p>
            <a:r>
              <a:t>凡是涉及韩国本土闭环能力，必须按最新官方 Seller Center 页面/邀请政策复核。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109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109728" cy="192024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47872"/>
            <a:ext cx="10835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操盘建议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107899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/>
              <a:t>从内容传播与冲动消费特征看，以下方向更容易做出素材：高颜值家居、生活方式、轻小件配饰、宠物用品、礼品类、非强功效型美妆工具；但是否可售、是否可入驻，仍需以站点类目规则为准。</a:t>
            </a:r>
          </a:p>
          <a:p>
            <a:r>
              <a:rPr sz="1200"/>
              <a:t>不适合新手：功能性化妆品、食品保健、儿童用品、带认证的电子产品、任何灰色 IP 周边。</a:t>
            </a:r>
          </a:p>
          <a:p>
            <a:r>
              <a:rPr sz="1200"/>
              <a:t>先用“内容测试→小单履约→复购验证”跑通，再谈扩仓、扩人、扩国家。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Korea → SEA Cross-border：当前最可执行的主路径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2194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为什么它是主路径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相比韩国本土闭环，SEA 市场对“内容电商 + 跨境履约”接受度更高。</a:t>
            </a:r>
          </a:p>
          <a:p>
            <a:r>
              <a:t>韩国主体切入，能借“韩系审美/韩货心智/韩国公司背书”做差异化。</a:t>
            </a:r>
          </a:p>
          <a:p>
            <a:r>
              <a:t>新手最重要的是跑通模型，不是第一天就挑战最复杂监管。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43000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43000"/>
            <a:ext cx="109728" cy="2194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21615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推荐打法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166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先选 1–2 个国家做 MVP，不建议一开始同时开太多市场。</a:t>
            </a:r>
          </a:p>
          <a:p>
            <a:r>
              <a:t>优先轻小件、低售后、内容好演示的 SKU：家居小工具、收纳、宠物、小配件。</a:t>
            </a:r>
          </a:p>
          <a:p>
            <a:r>
              <a:t>使用统一素材底稿，再按越南/泰国/菲律宾语言与价格带做二次本地化。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10972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11880"/>
            <a:ext cx="109728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68503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底线提醒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10652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SEA 跨境“可执行”不等于“无门槛”：仍然要验证站点开放资格、跨境收款、类目限制、当地税务与进口要求。</a:t>
            </a:r>
          </a:p>
          <a:p>
            <a:r>
              <a:t>如果官方路径更新，优先看 TikTok 官方入驻页和 Seller Academy，而不是中介口径。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费用结构：先算毛利，再谈起盘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19456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成本项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143000"/>
            <a:ext cx="292608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188720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常见区间/判断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143000"/>
            <a:ext cx="27432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188720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关键备注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143000"/>
            <a:ext cx="29718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188720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新手建议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18488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平台佣金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618488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664208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按站点/类目浮动，常见约 2%–15%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618488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664208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以官方费率表为准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618488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664208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测品时按高值预估，别按最低值算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93976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139696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支付/收款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093976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2139696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支付处理+提现+汇损合计常见 2%–4%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093976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2139696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不同 PSP / 币种差异大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2093976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139696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必须把汇率损耗单独列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569464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615184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物流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569464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2615184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跨境头程 + 尾程 + 逆向退货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2615184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低客单价最容易被物流吃掉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569464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2615184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轻小件优先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044952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90672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内容投放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044952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3090672"/>
            <a:ext cx="283464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短视频样品 / 达人佣金 / 广告加热 / 样品与素材试错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3044952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3090672"/>
            <a:ext cx="26517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样品/内容试错成本常被低估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3044952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3090672"/>
            <a:ext cx="2880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冷启动阶段需单列预算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520440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566160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仓储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3520440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360" y="3566160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韩国本地仓更快但更贵；跨境仓更灵活但时效弱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06440" y="3566160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按周转率算，不只看单价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3520440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3566160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先小量试仓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443484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368" y="4434840"/>
            <a:ext cx="10972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" y="450799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免责声明（必须强化）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" y="4846320"/>
            <a:ext cx="106527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/>
              <a:t>免责声明（必须强化）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P5 已删除“必须接入 Naver Pay / KakaoPay”的错误表述。它们很重要，但是否必须接入，取决于站点开放能力、服务商和当期平台配置，不可绝对化。</a:t>
            </a:r>
          </a:p>
          <a:p>
            <a:r>
              <a:rPr sz="1100"/>
              <a:t>本页费用为结构提示，实际费率以平台最新公告为准。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5. 新手适合品类 vs 不适合品类（新增）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适合新手切入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9834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适合新手≠无侵权/无监管，仍须逐项核查商标、外观专利、材质合规与平台禁限售规则</a:t>
            </a:r>
          </a:p>
          <a:p>
            <a:r>
              <a:rPr sz="1000"/>
              <a:t/>
            </a:r>
          </a:p>
          <a:p>
            <a:r>
              <a:rPr sz="1000"/>
              <a:t>家居收纳 / 厨房小工具：内容展示直观，决策快。</a:t>
            </a:r>
          </a:p>
          <a:p>
            <a:r>
              <a:rPr sz="1000"/>
              <a:t>手机壳、桌面配件、线材收纳：轻、小、易寄；需避开品牌外观侵权、兼容性夸大。</a:t>
            </a:r>
          </a:p>
          <a:p>
            <a:r>
              <a:rPr sz="1000"/>
              <a:t>宠物玩具/宠物清洁小用品：复购潜力强。</a:t>
            </a:r>
          </a:p>
          <a:p>
            <a:r>
              <a:rPr sz="1000"/>
              <a:t>礼品、小饰品、节日氛围商品：容易做情绪价值内容。</a:t>
            </a:r>
          </a:p>
          <a:p>
            <a:r>
              <a:rPr sz="1000"/>
              <a:t>非功能性美妆工具：如化妆刷收纳、美妆镜、发饰；需核查材质安全与功效宣称边界。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不适合新手切入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功能性化妆品：涉及 MFDS/宣称/成分风险，新手不要从这里开局。</a:t>
            </a:r>
          </a:p>
          <a:p>
            <a:r>
              <a:t>食品、保健品、儿童用品：高投诉 + 高监管。</a:t>
            </a:r>
          </a:p>
          <a:p>
            <a:r>
              <a:t>带电/无线/认证类电子：认证、售后、运输都麻烦。</a:t>
            </a:r>
          </a:p>
          <a:p>
            <a:r>
              <a:t>服装鞋靴：尺码退货和库存压力大。</a:t>
            </a:r>
          </a:p>
          <a:p>
            <a:r>
              <a:t>非授权 K-Pop 周边 / 擦边 IP：侵权风险高，已明确删除。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6. 韩国企业注册流程：先把主体搭稳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170432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流程顺序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3154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1) 确认签证/身份允许创业</a:t>
            </a:r>
          </a:p>
          <a:p>
            <a:r>
              <a:t>2) 设立个人事业者或法人</a:t>
            </a:r>
          </a:p>
          <a:p>
            <a:r>
              <a:t>3) 开企业银行账户</a:t>
            </a:r>
          </a:p>
          <a:p>
            <a:r>
              <a:t>4) 准备税务登记/发票/合同模板</a:t>
            </a:r>
          </a:p>
          <a:p>
            <a:r>
              <a:t>5) 准备 TikTok / 收款 / 仓配资料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170432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常见材料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3154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营业执照/法人资料</a:t>
            </a:r>
          </a:p>
          <a:p>
            <a:r>
              <a:t>韩国手机号与联系邮箱</a:t>
            </a:r>
          </a:p>
          <a:p>
            <a:r>
              <a:t>银行账户与可扣费信用卡</a:t>
            </a:r>
          </a:p>
          <a:p>
            <a:r>
              <a:t>受益所有人/实际经营人信息</a:t>
            </a:r>
          </a:p>
          <a:p>
            <a:r>
              <a:t>办公地址、退货地址、经营范围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170432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常见踩坑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508760"/>
            <a:ext cx="315468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以不具备经营资格的签证身份直接开店。</a:t>
            </a:r>
          </a:p>
          <a:p>
            <a:r>
              <a:rPr sz="1000"/>
              <a:t>主体、收款、仓库、联系人信息不一致。</a:t>
            </a:r>
          </a:p>
          <a:p>
            <a:r>
              <a:rPr sz="1000"/>
              <a:t>把个人账户拿来收商业流水。</a:t>
            </a:r>
          </a:p>
          <a:p>
            <a:r>
              <a:rPr sz="1000"/>
              <a:t>没把税务代理和后续申报安排好就先开卖。</a:t>
            </a:r>
          </a:p>
          <a:p>
            <a:r>
              <a:rPr sz="1000"/>
              <a:t>主体形式、开户可行性、经营范围和税务负担，需结合签证身份、预计流水、团队结构综合判断，不建议只因“快”就草率选择。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7. TikTok Shop 入驻（A）：SEA 跨境版，可执行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建议流程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98348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确认韩国主体是否满足当前跨境站点开放条件。</a:t>
            </a:r>
          </a:p>
          <a:p>
            <a:r>
              <a:rPr sz="1000"/>
              <a:t>准备企业资料、联系人、收款账户、退货地址、主营类目说明。</a:t>
            </a:r>
          </a:p>
          <a:p>
            <a:r>
              <a:rPr sz="1000"/>
              <a:t>先开 1–2 个目标市场，优先选择规则相对清晰、语言/物流/收款更容易打通的1-2个站点。</a:t>
            </a:r>
          </a:p>
          <a:p>
            <a:r>
              <a:rPr sz="1000"/>
              <a:t>新手可先从 5–10 个标准化 SKU 起步，配合 20–30 条测试素材跑点击与转化。</a:t>
            </a:r>
          </a:p>
          <a:p>
            <a:r>
              <a:rPr sz="1000"/>
              <a:t>把客服 SLA、逆向退货和差评 SOP 同时搭起来。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审核重点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983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主体真实性、类目适配、素材合规、物流承诺和收款链路。</a:t>
            </a:r>
          </a:p>
          <a:p>
            <a:r>
              <a:t>高风险词：功效夸大、医疗暗示、侵权素材、灰色品牌擦边。</a:t>
            </a:r>
          </a:p>
          <a:p>
            <a:r>
              <a:t>如果走服务商/代运营路径，必须分清：谁是店铺主体，谁负责税务，谁承担违规。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8. TikTok Shop 入驻（B）：韩国本土版，暂按“待官方定型”处理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9728" cy="4480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170432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为什么要单独拆页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892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v1.2 最大问题就是把“韩国本土站”与“韩国主体做 SEA”混为一谈。</a:t>
            </a:r>
          </a:p>
          <a:p>
            <a:r>
              <a:t>韩国本土闭环涉及更强的本地支付、物流、客服、消费者保护与税务能力。</a:t>
            </a:r>
          </a:p>
          <a:p>
            <a:r>
              <a:t>而且平台开放节奏、具体规则披露，可能阶段性变化。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当前正确说法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92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可以持续关注，但不要把它当成当前新手的默认入口。</a:t>
            </a:r>
          </a:p>
          <a:p>
            <a:r>
              <a:t>任何“已经完全开放、流程固定、某支付方式必须接入”的说法，都要重新核验。</a:t>
            </a:r>
          </a:p>
          <a:p>
            <a:r>
              <a:t>若你已经有韩国本地仓、韩语客服、税务与退货能力，再考虑试点。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9. 仓储与物流：速度是转化率的一部分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方案 A：韩国本地仓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优点：时效快、退货处理顺、用户体验更稳定。</a:t>
            </a:r>
          </a:p>
          <a:p>
            <a:r>
              <a:t>缺点：压货、仓租、尾程、库存不准都会吃利润。</a:t>
            </a:r>
          </a:p>
          <a:p>
            <a:r>
              <a:t>适合：爆款验证后，稳定周销再上。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方案 B：跨境直发 / 中转仓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优点：试错便宜，适合前期测品。</a:t>
            </a:r>
          </a:p>
          <a:p>
            <a:r>
              <a:t>缺点：时效慢、退货难、体验差。</a:t>
            </a:r>
          </a:p>
          <a:p>
            <a:r>
              <a:t>适合：轻小件、小批量、多款测试。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物流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准时发货率</a:t>
            </a:r>
          </a:p>
          <a:p>
            <a:r>
              <a:rPr sz="1100"/>
              <a:t>签收时效</a:t>
            </a:r>
          </a:p>
          <a:p>
            <a:r>
              <a:rPr sz="1100"/>
              <a:t>破损率/丢件率</a:t>
            </a:r>
          </a:p>
          <a:p>
            <a:r>
              <a:rPr sz="1100"/>
              <a:t>逆向退货成本</a:t>
            </a:r>
          </a:p>
          <a:p>
            <a:r>
              <a:rPr sz="1100"/>
              <a:t>因物流导致的差评率</a:t>
            </a:r>
          </a:p>
          <a:p>
            <a:r>
              <a:rPr sz="1100"/>
              <a:t>清关异常率 / 拒收率 / 尾程妥投率是核心KPI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/>
              <a:t>10. 内容创作：别把一种素材语言套所有市场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94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1206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/>
              <a:t>韩国本土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7492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韩国用户偏好：前 3 秒更快，先给结果、反差或痛点。</a:t>
            </a:r>
          </a:p>
          <a:p>
            <a:r>
              <a:rPr sz="1100"/>
              <a:t>镜头语言：更干净、更生活方式化，少土味字幕。</a:t>
            </a:r>
          </a:p>
          <a:p>
            <a:r>
              <a:rPr sz="1100"/>
              <a:t>评论区脚本：常见质疑、发货时效、退换政策必须提前设计回复。</a:t>
            </a:r>
          </a:p>
          <a:p>
            <a:r>
              <a:rPr sz="1100"/>
              <a:t>同一条素材至少做 3 个版本：封面、开头、价格锚点不同。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57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216152"/>
            <a:ext cx="49834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/>
              <a:t>SEA跨境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按站点做语言、价格锚点、节日场景本地化。</a:t>
            </a:r>
          </a:p>
          <a:p>
            <a:r>
              <a:rPr sz="1100"/>
              <a:t>同一产品素材结构可复用，但字幕/配音/开场钩子必须本地化。</a:t>
            </a:r>
          </a:p>
          <a:p>
            <a:r>
              <a:rPr sz="1100"/>
              <a:t>越南、泰国、菲律宾等站点不能只靠直译，要按当地消费语境重写。</a:t>
            </a:r>
          </a:p>
          <a:p>
            <a:r>
              <a:rPr sz="1100"/>
              <a:t>先验证素材语言，再放大投放。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11. 客服与售后：差评不是客服问题，是系统问题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客服体系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设定 24 小时内响应目标；高峰期要有 FAQ + AI + 人工兜底。</a:t>
            </a:r>
          </a:p>
          <a:p>
            <a:r>
              <a:t>把发货、延误、退款、换货、质保话术标准化。</a:t>
            </a:r>
          </a:p>
          <a:p>
            <a:r>
              <a:t>敏感投诉必须升级：物流破损、功效争议、侵权投诉、平台处罚。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售后底线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先定义“哪些商品支持无理由、哪些只能质量退”。</a:t>
            </a:r>
          </a:p>
          <a:p>
            <a:r>
              <a:t>发货前拍照/录视频留档，给恶意退货留证据。</a:t>
            </a:r>
          </a:p>
          <a:p>
            <a:r>
              <a:t>把差评原因归因到 SKU、素材、物流、客服四类，而不是只怪客服。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/>
              <a:t>12. 财务合规与间接税（VAT/GST/Sales Tax）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72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核心免责声明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65276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不同国家的间接税制度并不相同。韩国本地主体税务、目标销售国的VAT/GST、平台代扣机制、进口申报责任可能同时存在，不能用一个“VAT”概念打包理解。</a:t>
            </a:r>
          </a:p>
          <a:p>
            <a:r>
              <a:rPr sz="1100"/>
              <a:t>下面仅作经营判断框架，不构成税务意见；正式开卖前，必须让韩国税务师 + 目标市场本地顾问复核。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109728" cy="2103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实操重点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主体、收款、开票、报税口径要统一。</a:t>
            </a:r>
          </a:p>
          <a:p>
            <a:r>
              <a:t>跨境平台代扣 ≠ 你可以完全不管税务台账。</a:t>
            </a:r>
          </a:p>
          <a:p>
            <a:r>
              <a:t>每周看毛利，不要等季度报税才发现亏损。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4612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24612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31927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红线提醒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5074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个人账户收商业款、混用公私流水、虚报货值、拿“代扣税”当全部税务答案，都是高危操作。</a:t>
            </a:r>
          </a:p>
          <a:p>
            <a:r>
              <a:rPr sz="1100"/>
              <a:t>平台代扣税费通常只覆盖部分环节，不等于免除台账、申报、进口合规和主体责任。</a:t>
            </a:r>
          </a:p>
          <a:p>
            <a:r>
              <a:rPr sz="1100"/>
              <a:t>英国/美国亚马逊还涉及 VAT / Sales Tax、EPR、进口商记录等额外问题。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13. 新手冷启动 Q&amp;A：先求跑通，不求一步到位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Q1：0 单正常吗？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正常。新号需要时间建立标签。</a:t>
            </a:r>
          </a:p>
          <a:p>
            <a:r>
              <a:t>先看点击率、完播率、加购率，不要只看出单。</a:t>
            </a:r>
          </a:p>
          <a:p>
            <a:r>
              <a:t>同款 3–5 个素材版本轮测。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170432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Q2：要不要先投广告？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324612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可以，但只给“已经有自然点击苗头”的素材加热。</a:t>
            </a:r>
          </a:p>
          <a:p>
            <a:r>
              <a:rPr sz="1100"/>
              <a:t>不要拿广告去救一个没有内容吸引力的产品。</a:t>
            </a:r>
          </a:p>
          <a:p>
            <a:r>
              <a:rPr sz="1100"/>
              <a:t>先设测试周期、素材数量、预算上限和停投条件。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17043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Q3：多久扩品/扩站？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50876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至少先跑出 1 个可复制 SKU。</a:t>
            </a:r>
          </a:p>
          <a:p>
            <a:r>
              <a:t>单店 SOP 稳定后再扩国家。</a:t>
            </a:r>
          </a:p>
          <a:p>
            <a:r>
              <a:t>没有后台数据就扩张，通常死得更快。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14. 恶意退货 / 恶意投诉应对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恶意退货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高风险商品打包全程留档。</a:t>
            </a:r>
          </a:p>
          <a:p>
            <a:r>
              <a:t>收回退货时开箱录像、称重、拍细节。</a:t>
            </a:r>
          </a:p>
          <a:p>
            <a:r>
              <a:t>把“可二次销售 / 不可二次销售”标准写清。</a:t>
            </a:r>
          </a:p>
          <a:p>
            <a:r>
              <a:t>证据链齐全后通过平台工单申诉。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1615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恶意投诉 SOP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先分类型：侵权、虚假宣传、竞品举报、物流时效。</a:t>
            </a:r>
          </a:p>
          <a:p>
            <a:r>
              <a:rPr sz="1100"/>
              <a:t>侵权类先下架核查，不要嘴硬。</a:t>
            </a:r>
          </a:p>
          <a:p>
            <a:r>
              <a:rPr sz="1100"/>
              <a:t>能提供原创素材、授权书、供货链证明的，胜率更高。</a:t>
            </a:r>
          </a:p>
          <a:p>
            <a:r>
              <a:rPr sz="1100"/>
              <a:t>维权记录要沉淀成内部风险案例库，形成高风险SKU/素材/供应商复盘机制。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15. 华人身份合规：F-5 是重点，但不是唯一答案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高风险身份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D-2 / D-4 / D-10 等通常不适合直接从事盈利经营。</a:t>
            </a:r>
          </a:p>
          <a:p>
            <a:r>
              <a:t>不要用侥幸心理拿别人主体、自己暗中经营。</a:t>
            </a:r>
          </a:p>
          <a:p>
            <a:r>
              <a:t>签证问题比店铺问题更严重。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相对稳妥身份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F-5（永驻）通常具备较强经营稳定性。</a:t>
            </a:r>
          </a:p>
          <a:p>
            <a:r>
              <a:t>F-6、部分 F-2 类型通常更适合创业，但仍需核对个人条件。</a:t>
            </a:r>
          </a:p>
          <a:p>
            <a:r>
              <a:t>最稳的做法：先确认身份权限，再注册主体。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一句提醒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主体合规 &gt; 选品速度。</a:t>
            </a:r>
          </a:p>
          <a:p>
            <a:r>
              <a:rPr sz="1100"/>
              <a:t>别为了快，把签证和税务埋雷。</a:t>
            </a:r>
          </a:p>
          <a:p>
            <a:r>
              <a:rPr sz="1100"/>
              <a:t>本页仅作风险提醒，不构成法律意见，具体以韩国出入境/行政士/专业顾问意见为准。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16. 华人双向机遇：韩国→SEA / 反向海淘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方向 1：韩国→SEA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卖“韩系审美 + 韩国主体背书 + 内容电商表达”。</a:t>
            </a:r>
          </a:p>
          <a:p>
            <a:r>
              <a:t>适合做家居、配件、宠物、小礼品、非功效型美妆工具。</a:t>
            </a:r>
          </a:p>
          <a:p>
            <a:r>
              <a:t>重点是多语言内容和跨境履约，而不是压大库存。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1615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方向 2：韩国→中国反向海淘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适合小众品牌、线下发现、买手式内容。</a:t>
            </a:r>
          </a:p>
          <a:p>
            <a:r>
              <a:rPr sz="1100"/>
              <a:t>玩法是内容种草 + 预售/代发，不一定依赖 TikTok Shop。</a:t>
            </a:r>
          </a:p>
          <a:p>
            <a:r>
              <a:rPr sz="1100"/>
              <a:t>优点是更懂中韩语言与文化落差，容易做出差异化内容。</a:t>
            </a:r>
          </a:p>
          <a:p>
            <a:r>
              <a:rPr sz="1100"/>
              <a:t>该路径更适合作为补充现金流或内容选品能力的延伸，不宜与TikTok Shop主线混作同一套履约与合规模型。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17. 建议时间表：别把 2 个月的事想成 2 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01168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143000"/>
            <a:ext cx="36576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18872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28346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88720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关键动作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143000"/>
            <a:ext cx="265176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188720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通过标准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18488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 1–2 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618488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664208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确定路径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18488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64208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身份核查、主体准备、市场选择、预算表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618488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664208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知道先做哪条路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93976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139696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 3–6 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093976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2139696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完成准备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093976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139696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开主体/收款/物流方案/素材规划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093976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139696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能提交入驻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569464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615184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 2–3 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569464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2615184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冷启动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569464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615184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上 SKU、拍素材、测广告、跑客服 SOP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569464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2615184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出现首批稳定订单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044952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90672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 3–4 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044952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3090672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优化模型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044952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090672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砍差品、补高转化品、优化履约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044952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3090672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毛利结构变清晰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520440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566160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 4 月以后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3520440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356616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放大复制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520440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566160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扩站点、扩达人、扩库存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3520440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3566160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在已有利润上扩张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852160"/>
            <a:ext cx="10835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/>
              <a:t>时间表为理想节奏示意，实际进度受主体办理、开户、站点审核、物流/收款打通情况影响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18. 开业核对清单：分层做，不要一起炸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57200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开店前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身份/签证是否允许经营</a:t>
            </a:r>
          </a:p>
          <a:p>
            <a:r>
              <a:t>主体、银行、收款是否打通</a:t>
            </a:r>
          </a:p>
          <a:p>
            <a:r>
              <a:t>目标市场与目标品类是否选定</a:t>
            </a:r>
          </a:p>
          <a:p>
            <a:r>
              <a:t>税务代理 / 记账方案是否确定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572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出单前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新手可按资源从少量SKU起步，重点确保每个SKU都有可测试的多版本素材，而不是为了数量而铺货。</a:t>
            </a:r>
          </a:p>
          <a:p>
            <a:r>
              <a:rPr sz="1100"/>
              <a:t>客服 FAQ / 退换货规则 / 差评 SOP 先写清。</a:t>
            </a:r>
          </a:p>
          <a:p>
            <a:r>
              <a:rPr sz="1100"/>
              <a:t>发货时效与退货地址必须提前说明。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放大前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已有盈利 SKU</a:t>
            </a:r>
          </a:p>
          <a:p>
            <a:r>
              <a:t>退款率/投诉率可控</a:t>
            </a:r>
          </a:p>
          <a:p>
            <a:r>
              <a:t>广告投产比可验证</a:t>
            </a:r>
          </a:p>
          <a:p>
            <a:r>
              <a:t>现金流能覆盖补货周期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/>
              <a:t>19. 亚马逊：把“销售站点”与“卖家主体所在地”分开理解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10058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/>
              <a:t>A. 目标销售站点</a:t>
            </a:r>
          </a:p>
          <a:p>
            <a:r>
              <a:rPr sz="1200" b="1"/>
              <a:t>（真正重要的维度）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097280"/>
            <a:ext cx="19202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143000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/>
              <a:t>🇺🇸 美国站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141732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143000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全球最大，竞争最激烈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256032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143000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广告成本高，FBA obligatoire，合规严格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097280"/>
            <a:ext cx="21488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143000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适合有系统化运营能力后切入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1097280"/>
            <a:ext cx="25146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143000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高门槛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572768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618488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/>
              <a:t>🇬🇧 英国站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1572768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1618488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成熟市场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572768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618488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VAT/EPR必须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572768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618488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门槛比美国低但比东南亚高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572768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618488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中高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1572768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618488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/>
              <a:t>🇯🇵 日本站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048256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093976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对韩国卖家有地理/审美优势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2048256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2093976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门槛相对低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04825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2093976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适合先练内容与基础运营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048256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2093976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2048256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2093976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/>
              <a:t>B. 卖家主体/供应链来源地</a:t>
            </a:r>
          </a:p>
          <a:p>
            <a:r>
              <a:rPr sz="1200" b="1"/>
              <a:t>（次要）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2048256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2093976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/>
              <a:t>越南/泰国/菲律宾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523744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2569464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不建议作为“亚马逊销售目的地”理解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25880" y="2523744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2569464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更适合作为供应链/制造来源地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2523744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2569464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若以这些国家为来源地，通常是卖向美/英/日等成熟站点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2523744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2569464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次要维度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2523744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9480" y="2569464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9372600" y="2523744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0" y="2569464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2999232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3044952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1325880" y="2999232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0" y="3044952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3246120" y="2999232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3044952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2999232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09160" y="3044952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7223760" y="2999232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69480" y="3044952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9372600" y="2999232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3044952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474720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3520440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1325880" y="3474720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1600" y="3520440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3246120" y="347472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91840" y="3520440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3474720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09160" y="3520440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7223760" y="3474720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69480" y="3520440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9372600" y="3474720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18320" y="3520440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4434840"/>
            <a:ext cx="11064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8640" y="4434840"/>
            <a:ext cx="109728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9808" y="4507992"/>
            <a:ext cx="107899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/>
              <a:t>核心结论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4846320"/>
            <a:ext cx="107442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/>
              <a:t>练Amazon应按目标销售站点美/英/日选择，而不是按越南/菲律宾来源地排练手顺序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/>
              <a:t>韩国TikTok Shop从0到1指南 v2.1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/>
              <a:t>20. 练手顺序不要按国家排，要按“难度维度”排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344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123444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0" y="1234440"/>
            <a:ext cx="109728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93408" y="1307592"/>
            <a:ext cx="46634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/>
              <a:t>为什么这么排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61772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先按难度拆解，能更快跑通基本功。</a:t>
            </a:r>
          </a:p>
          <a:p>
            <a:r>
              <a:rPr sz="1100"/>
              <a:t>别被“哪个国家更容易”这种问法带偏，真正决定新手成败的是类目监管、SKU复杂度、售后压力、税务链路和竞争强度。</a:t>
            </a:r>
          </a:p>
          <a:p>
            <a:r>
              <a:rPr sz="1100"/>
              <a:t>等低复杂度模型跑通后，再考虑进入美亚、英亚等高竞争成熟站点。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v2.1 · 仅供商业决策参考，最终以 TikTok / Amazon / 税务监管官方规则为准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00" y="1234440"/>
            <a:ext cx="520000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/>
              <a:t>建议顺序</a:t>
            </a:r>
          </a:p>
          <a:p>
            <a:r>
              <a:rPr sz="1200"/>
              <a:t/>
            </a:r>
          </a:p>
          <a:p>
            <a:r>
              <a:rPr sz="1200"/>
              <a:t>1. 先低监管类目（不碰化妆品/食品/功能性产品）</a:t>
            </a:r>
          </a:p>
          <a:p>
            <a:r>
              <a:rPr sz="1200"/>
              <a:t>2. 先低SKU复杂度（5-10个SKU测款，不铺货）</a:t>
            </a:r>
          </a:p>
          <a:p>
            <a:r>
              <a:rPr sz="1200"/>
              <a:t>3. 先低售后复杂度（不易损/不易退的品类）</a:t>
            </a:r>
          </a:p>
          <a:p>
            <a:r>
              <a:rPr sz="1200"/>
              <a:t>4. 先低税务复杂度（简单主体身份即可启动）</a:t>
            </a:r>
          </a:p>
          <a:p>
            <a:r>
              <a:rPr sz="1200"/>
              <a:t>5. 最后进高竞争大站（美亚/英亚）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21. 学习资源 + 22. 结束页（行动清单）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建议盯住的官方资源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98348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TikTok Shop Seller Center / Seller Academy：入驻、费率、政策更新。</a:t>
            </a:r>
          </a:p>
          <a:p>
            <a:r>
              <a:rPr sz="1000"/>
              <a:t>TikTok Shop 各目标站点费率表/禁限售页/物流履约政策页：应作为固定复核清单。</a:t>
            </a:r>
          </a:p>
          <a:p>
            <a:r>
              <a:rPr sz="1000"/>
              <a:t>Amazon Sell US / UK / JP Pricing：月费、佣金、FBA费用。</a:t>
            </a:r>
          </a:p>
          <a:p>
            <a:r>
              <a:rPr sz="1000"/>
              <a:t>韩国税务师/会计事务所：主体、间接税、跨境流水设计。</a:t>
            </a:r>
          </a:p>
          <a:p>
            <a:r>
              <a:rPr sz="1000"/>
              <a:t>MFDS / 韩国国税厅 / 各市场海关与税务官网：高监管品类必须查原文。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现在就执行的 5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98348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1) 先选路径：韩国本地 / SEA 跨境 / 反向海淘。</a:t>
            </a:r>
          </a:p>
          <a:p>
            <a:r>
              <a:rPr sz="1000"/>
              <a:t>2) 先砍掉高监管品类，留下 3 个可测方向。</a:t>
            </a:r>
          </a:p>
          <a:p>
            <a:r>
              <a:rPr sz="1000"/>
              <a:t>3) 用预算表算清：佣金、物流、汇损、退货。</a:t>
            </a:r>
          </a:p>
          <a:p>
            <a:r>
              <a:rPr sz="1000"/>
              <a:t>4) 先做最小可行店铺，而不是豪华版店铺。</a:t>
            </a:r>
          </a:p>
          <a:p>
            <a:r>
              <a:rPr sz="1000"/>
              <a:t>5) Amazon与TikTok Shop是不同运营逻辑，建议分开研究。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一句结论：韩国本土机会可以看，但当前最现实的 0→1 路线，依然是“韩国主体 + SEA 跨境 + 低监管品类 + 小步快跑”。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/>
              <a:t>End · v2.1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