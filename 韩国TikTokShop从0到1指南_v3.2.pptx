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58368"/>
            <a:ext cx="7726679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3" name="Rounded Rectangle 2"/>
          <p:cNvSpPr/>
          <p:nvPr/>
        </p:nvSpPr>
        <p:spPr>
          <a:xfrm>
            <a:off x="8540496" y="658368"/>
            <a:ext cx="3072384" cy="516636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841248" y="777240"/>
            <a:ext cx="1783080" cy="420624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41248" y="786384"/>
            <a:ext cx="1783080" cy="40233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latin typeface="PingFang SC"/>
              </a:rPr>
              <a:t>v3.2 紧凑版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98448"/>
            <a:ext cx="6858000" cy="15910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1F2937"/>
                </a:solidFill>
                <a:latin typeface="PingFang SC"/>
              </a:rPr>
              <a:t>韩国TikTok Shop从0到1指南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40280"/>
            <a:ext cx="6766560" cy="8138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475569"/>
                </a:solidFill>
                <a:latin typeface="PingFang SC"/>
              </a:rPr>
              <a:t>韩国主体切入 TikTok Shop 与 Amazon 备选路径
27页重构版：先讲合规，再讲路径，再讲执行。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91256"/>
            <a:ext cx="6858000" cy="1636776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33272" y="3355848"/>
            <a:ext cx="658368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F9F7F"/>
                </a:solidFill>
                <a:latin typeface="PingFang SC"/>
              </a:rPr>
              <a:t>本版重点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575304"/>
            <a:ext cx="6565392" cy="11612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50" b="0">
                <a:latin typeface="PingFang SC"/>
              </a:rPr>
              <a:t>讲解顺序完全重排：把“华人身份合规”提前到第3页。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50" b="0">
                <a:latin typeface="PingFang SC"/>
              </a:rPr>
              <a:t>全部改用浅色背景 + 白色卡片 + 浅底深字标签。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50" b="0">
                <a:latin typeface="PingFang SC"/>
              </a:rPr>
              <a:t>新增 Amazon 补充路径完整模块，避免“一平台思维”。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1005840"/>
            <a:ext cx="2377440" cy="4937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4155"/>
                </a:solidFill>
                <a:latin typeface="PingFang SC"/>
              </a:rPr>
              <a:t>适用对象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96528" y="1572768"/>
            <a:ext cx="2103120" cy="384048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796528" y="1581912"/>
            <a:ext cx="2103120" cy="36576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563EB"/>
                </a:solidFill>
                <a:latin typeface="PingFang SC"/>
              </a:rPr>
              <a:t>韩国主体 / 华人创业者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96528" y="2011680"/>
            <a:ext cx="1600200" cy="384048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796528" y="2020824"/>
            <a:ext cx="1600200" cy="36576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0F9F7F"/>
                </a:solidFill>
                <a:latin typeface="PingFang SC"/>
              </a:rPr>
              <a:t>TikTok新手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96528" y="2450592"/>
            <a:ext cx="1783080" cy="384048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796528" y="2459736"/>
            <a:ext cx="1783080" cy="36576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D9485F"/>
                </a:solidFill>
                <a:latin typeface="PingFang SC"/>
              </a:rPr>
              <a:t>跨境电商转型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008376"/>
            <a:ext cx="2606040" cy="17739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897112" y="3172968"/>
            <a:ext cx="233172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9A670A"/>
                </a:solidFill>
                <a:latin typeface="PingFang SC"/>
              </a:rPr>
              <a:t>一句结论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3392424"/>
            <a:ext cx="2313432" cy="12984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30" b="0">
                <a:latin typeface="PingFang SC"/>
              </a:rPr>
              <a:t>先跑通 SEA 跨境。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30" b="0">
                <a:latin typeface="PingFang SC"/>
              </a:rPr>
              <a:t>韩国本土先观望。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30" b="0">
                <a:latin typeface="PingFang SC"/>
              </a:rPr>
              <a:t>Amazon 是补充，不是同步重仓。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972800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64748B"/>
                </a:solidFill>
                <a:latin typeface="PingFang SC"/>
              </a:rPr>
              <a:t>韩国TikTok Shop从0到1指南 · 2026版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435" y="651510"/>
            <a:ext cx="2682172" cy="411480"/>
          </a:xfrm>
          <a:prstGeom prst="rect">
            <a:avLst/>
          </a:prstGeom>
          <a:solidFill>
            <a:srgbClr val="E8FBF4"/>
          </a:solidFill>
          <a:ln>
            <a:solidFill>
              <a:srgbClr val="2EC5A7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latin typeface="PingFang SC"/>
              </a:rPr>
              <a:t>最终紧凑版 v3.2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1">
                <a:solidFill>
                  <a:srgbClr val="3C4C66"/>
                </a:solidFill>
                <a:latin typeface="PingFang SC"/>
              </a:rPr>
              <a:t>核心要点：先定路径，再谈开店；先保合规，再谈增长。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路径分流页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先分清你在做哪条路，不要把三种逻辑混成一锅粥。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A. 韩国本土闭环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需要韩国主体、本地仓、韩语客服、退货与税务能力。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目前更适合已有本地经营能力的人，而不是纯新手。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核心问题不是“能不能开”，而是“能不能稳住履约与合规”。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B. Korea → SEA 主路径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更适合从0到1练手。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可以利用韩系审美、韩国主体背书与内容表达做差异化。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重点先跑通选品、内容、履约、客服闭环。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C. 反向海淘 / 买手模式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更像内容种草 + 预售/代发。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不一定依赖 TikTok Shop。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适合有韩国货源发现能力的人。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87568"/>
            <a:ext cx="10735056" cy="420624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1792" y="5797296"/>
            <a:ext cx="10460736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决策提醒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071616"/>
            <a:ext cx="10442448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新手默认优先走 B，不要一上来挑战最复杂的本地闭环。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核心要点：新手优先 Korea→SEA，别把三条路径混着做。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华人身份合规（提前！）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这页必须提前讲：主体合规，比选品速度重要得多。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高风险身份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D-2 / D-4 / D-10 等通常不适合直接盈利经营。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不要抱侥幸心理借名义主体、自己暗中实操。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签证问题一旦出事，比店铺违规更麻烦。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相对稳妥身份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F-5 永驻通常经营稳定性更强。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F-6、部分 F-2 类型通常更适合创业，但仍要个案确认。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最稳做法：先核查身份权限，再注册主体。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底线建议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店铺主体、实际经营人、收款账户尽量一致。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别用个人账户承接商业流水。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先咨询行政书士/税务师，再谈扩店。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87568"/>
            <a:ext cx="10735056" cy="420624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1792" y="5797296"/>
            <a:ext cx="10460736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D9485F"/>
                </a:solidFill>
                <a:latin typeface="PingFang SC"/>
              </a:rPr>
              <a:t>一句话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071616"/>
            <a:ext cx="10442448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主体合规 &gt; 店铺速度 &gt; 爆单幻想。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核心要点：先确认签证/身份能否经营，别先干后补。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韩国企业注册流程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先把公司与基础账户搭稳，后续平台审核和财务才不会反复出错。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流程顺序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确认签证/身份允许经营。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设立个人事业者或法人。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开企业银行账户。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准备税务登记、发票与合同模板。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再去准备平台与仓配资料。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所需资料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营业执照/法人资料。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韩国手机号、企业邮箱。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企业银行账户、可扣费信用卡。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办公地址、退货地址、受益人信息。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常见踩坑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主体、联系人、仓储、收款信息不一致。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个人账户混收公司流水。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没安排税务申报就先开卖。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材料临时拼凑，导致 KYC 卡住。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核心要点：主体、银行、税务资料先搭稳，再做平台申请。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韩国TikTok内容消费环境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韩国用户爱刷短视频，但不代表 TikTok Shop 本地电商成熟度已经完全到位。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市场特点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TikTok 强在内容驱动冲动购买，不是搜索驱动货架电商。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韩国电商长期由 Coupang、Naver 等平台教育，用户对履约体验要求高。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因此内容能起量，但物流、退货、客服更容易决定口碑。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操盘含义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适合高颜值、直观演示、轻决策商品。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不适合强功效、重认证、重售后类目。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不要把“内容流量”误判成“平台基础设施已经成熟”。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D9485F"/>
                </a:solidFill>
                <a:latin typeface="PingFang SC"/>
              </a:rPr>
              <a:t>风险提示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韩国本土规则与开放节奏会波动，任何绝对化说法都要复核官方信息。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核心要点：韩国内容强，但履约与售后要求同样高。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Korea → SEA主路径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这是当前最现实的 0→1 路线：先跑模型，而不是先挑战最高复杂度。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为什么优先走这条路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SEA 对内容电商和跨境履约的接受度更高。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韩国主体可借韩系审美和韩国背书做差异化。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更适合先验证 SKU、素材、广告和客服闭环。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执行建议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先选 1–2 个市场，不要同时铺太多国家。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优先轻小件、低客诉、好演示商品。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统一素材底稿，再做越南/泰国/菲律宾二次本地化。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底线提醒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“可执行”不等于“无门槛”，仍要核查站点开放、物流与税务条件。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核心要点：0到1优先验证 SEA 跨境模型，而不是硬闯本土闭环。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新手适合 / 不适合品类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先把坑绕开，冷启动成功率会高很多。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适合新手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家居收纳、厨房小工具：展示直观，决策快。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桌面整理、手机配件、线材收纳：轻小件，物流友好。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宠物用品、小礼品、氛围类商品：情绪价值内容好做。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非功能性美妆工具：比直接卖功效型美妆更稳。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不适合新手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化妆品、食品、儿童用品：高监管高投诉。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带电产品、认证类电子：认证和售后都麻烦。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易碎高退货类目：售后和损耗吃利润。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侵权商品、擦边IP：一旦踩线，直接送命。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核心要点：优先轻小件、低监管、好演示商品。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费用结构（含SKU毛利测算案例）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所有新手都容易高估毛利，低估物流、投放、退货与汇损。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9264"/>
            <a:ext cx="1828800" cy="630936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2563EB"/>
                </a:solidFill>
                <a:latin typeface="PingFang SC"/>
              </a:rPr>
              <a:t>成本项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969264"/>
            <a:ext cx="2743200" cy="630936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377440" y="1024128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2563EB"/>
                </a:solidFill>
                <a:latin typeface="PingFang SC"/>
              </a:rPr>
              <a:t>常见判断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969264"/>
            <a:ext cx="6675120" cy="630936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2563EB"/>
                </a:solidFill>
                <a:latin typeface="PingFang SC"/>
              </a:rPr>
              <a:t>备注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45336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48640" y="1600200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平台佣金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545336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2377440" y="1600200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按站点/类目浮动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545336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120640" y="1600200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测算时按偏高值估，不要按最低值做梦。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121408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48640" y="2176272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支付/收款/汇损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121408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2377440" y="2176272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常见合计 2%–4%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2121408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120640" y="2176272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不同 PSP 和币种差异很大。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697480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48640" y="2752344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物流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2697480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2377440" y="2752344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头程 + 尾程 + 退货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2697480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5120640" y="2752344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低客单价最容易被物流吃掉。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273552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48640" y="3328416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内容/达人/广告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3273552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2377440" y="3328416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常被新手漏算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3273552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5120640" y="3328416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首月必须留试错预算。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849624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548640" y="3904488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仓储/包材/损耗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3849624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2377440" y="3904488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与周转率强相关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3849624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5120640" y="3904488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不是只看仓租单价。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352" y="4553712"/>
            <a:ext cx="5394960" cy="1261872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694944" y="4791456"/>
            <a:ext cx="5120640" cy="25603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0F9F7F"/>
                </a:solidFill>
                <a:latin typeface="PingFang SC"/>
              </a:rPr>
              <a:t>SKU毛利案例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" y="4937760"/>
            <a:ext cx="5102352" cy="7863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售价 19.9 美元；进货 4.2；物流 3.8；平台佣金 2.0；广告/达人 2.6；包材与损耗 0.8。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预计到手毛利 ≈ 6.5 美元，毛利率约 32.7%。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一旦退货率抬升或广告失控，这个利润会非常快地蒸发。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60" y="4553712"/>
            <a:ext cx="5577840" cy="126187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6245352" y="4791456"/>
            <a:ext cx="5303520" cy="25603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9A670A"/>
                </a:solidFill>
                <a:latin typeface="PingFang SC"/>
              </a:rPr>
              <a:t>利润公式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45352" y="4937760"/>
            <a:ext cx="5285232" cy="7863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到手利润 = 售价 - 佣金 - 支付/汇损 - 物流 - 广告/达人 - 包材 - 退货损耗 - 税务成本。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别只看“出单利润”，要看“退货后利润”。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核心要点：利润不是售价减进货，要把佣金、物流、退货全算进去。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TikTok Shop入驻 - SEA跨境版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这是当前更值得新手投入精力的路线。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建议流程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确认韩国主体是否满足当前跨境站点开放条件。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准备企业资料、联系人、收款账户、退货地址、主营类目说明。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先开 1–2 个目标市场，先上 10–20 个标准化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同步搭好客服 SLA、逆向退货与差评 SOP。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审核重点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主体真实性、类目适配、素材合规、物流承诺与收款链路。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高风险词：功效夸大、医疗暗示、侵权素材、灰色品牌擦边。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如果走服务商路径，必须分清：谁是主体，谁负责税务，谁承担违规。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核心要点：SEA 入驻先少市场、少 SKU、先跑通基本链路。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TikTok Shop入驻 - 韩国本土（观望）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这不是不能看，而是不该当成新手默认入口。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为什么要谨慎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韩国本土闭环更吃支付、物流、客服、退货与消费者保护能力。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开放节奏与具体规则可能阶段性变化。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只盯“能不能开店”而忽略运营基础，很容易翻车。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当前正确姿势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持续关注官方 Seller Center 与公告。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已有韩国本地仓、韩语客服与税务能力的人可以评估试点。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新手先别把大量预算砸在这条路上。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D9485F"/>
                </a:solidFill>
                <a:latin typeface="PingFang SC"/>
              </a:rPr>
              <a:t>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任何“已经完全开放、流程固定、某支付方式必须接入”的说法，都要重新核验。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核心要点：韩国本土店不是不能做，而是不适合多数新手起步。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仓储与物流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速度、破损率、逆向退货处理，都会直接影响内容转化和评分。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韩国本地仓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优点：时效快、退货处理顺、用户体验更稳。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缺点：压货、仓租、尾程和库存错误都会吃利润。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适合：爆品验证后再上。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跨境直发 / 中转仓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优点：试错成本低，适合前期测品。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缺点：时效慢、退货难、体验差。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适合：轻小件、小批量、多款测试。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物流KPI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准时发货率。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签收时效。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破损/丢件率。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逆向退货成本。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物流导致差评率。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核心要点：前期测品重灵活，爆品放大再考虑本地仓。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内容创作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不是把中文视频翻成韩文就完了，真正难的是“本地化表达”。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内容方法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前3秒更快给结果、反差或痛点。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镜头语言更干净，少土味字幕，多生活方式感。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同一条素材至少做 3 个版本：封面、开头、价格锚点都改。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选题模板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Before / After 使用前后。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痛点实测：真的省时间吗？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宿舍 / 厨房 / 办公桌等韩国生活场景。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礼物、情侣、宠物、节日等高分享场景。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0F9F7F"/>
                </a:solidFill>
                <a:latin typeface="PingFang SC"/>
              </a:rPr>
              <a:t>评论区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评论区脚本必须提前写，发货时效、退款政策、真假质疑都要有人设化回应。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核心要点：内容本地化比简单翻译重要得多。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客服与售后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差评不是客服单点问题，而是整个系统设计的结果。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客服体系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设定 24 小时内响应目标，高峰期用 FAQ + AI + 人工兜底。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把发货、延误、退款、换货、质保话术标准化。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敏感投诉必须升级：物流破损、功效争议、侵权投诉、平台处罚。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售后底线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先定义哪些商品支持无理由，哪些只能质量退。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发货前拍照/录视频留档，给恶意退货留证据。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把差评归因到 SKU、素材、物流、客服四类，而不是只怪客服。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核心要点：差评治理靠系统，不靠临场救火。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财务合规与间接税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这一页只讲经营判断框架，不替代正式税务意见。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实操重点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主体、收款、开票、报税口径尽量统一。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平台代扣税款 ≠ 你可以完全不管税务台账。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每周看毛利，不要等季度报税才发现自己一直亏。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红线提醒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个人账户收商业款、混用公私流水、虚报货值都属于高危操作。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跨境站点税制会随主体、仓储地、销售地与进口方式变化。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正式开卖前，请让韩国税务师 + 目标市场本地顾问复核。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免责声明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平台代扣 ≠ 合规结束，完整台账必须自己留。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核心要点：平台代扣不等于你可以不做税务台账。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开业核对清单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分层检查，别把所有风险堆到上线当天。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开店前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身份/签证是否允许经营。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主体、银行、收款是否打通。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目标市场与目标品类是否明确。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税务代理/记账方案是否确定。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出单前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至少 10–20 个可卖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至少 20–30 条素材底稿。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客服 FAQ / 退换货规则 / 差评 SOP 已成型。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发货时效和退货地址写清。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放大前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已有盈利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退款率/投诉率可控。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广告投产比可验证。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现金流覆盖补货周期。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核心要点：把上线前、出单前、放大前三道检查分开做。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新手MVP起步方案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不要上来就做“豪华版店铺”，先做能跑通的最小闭环。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MVP配置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1 个市场 + 3–10 个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20 条以内测试素材。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简单客服 SOP + 退货规则 + 预算表。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小批量备货或中转仓，先看真实转化。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第一阶段目标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验证点击率、加购率、退款率，而不是只看 GMV。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找到 1 个可复制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把素材、广告、客服、物流闭环跑顺。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3 周到 6 周内完成第一轮复盘。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一句人话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新手第一目标不是赚钱很多，而是别把钱烧在错误路径上。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核心要点：先做最小闭环，再谈规模化。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新手冷启动Q&amp;A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先求跑通，再求放大。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Q1：0单正常吗？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正常。新号需要时间建立标签。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先看点击率、完播率、加购率。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同款做 3–5 个素材版本轮测。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Q2：要不要先投广告？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可以，但只给有自然点击苗头的素材加热。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别拿广告救一个内容没吸引力的产品。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先设止损线。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Q3：多久扩品扩站？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至少先跑出 1 个可复制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单店 SOP 稳定后再扩国家。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没后台数据就扩张，通常死得更快。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核心要点：冷启动先看过程指标，不要只盯 GMV。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恶意退货 / 投诉应对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你不是要“情绪化应对”，而是要有证据链。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恶意退货 SOP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高风险商品打包全程留档。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收回退货时开箱录像、称重、拍细节。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把“可二次销售 / 不可二次销售”标准写清。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证据齐全后再走平台申诉。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恶意投诉 SOP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先分类型：侵权、虚假宣传、竞品举报、物流时效。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侵权类先下架核查，不要嘴硬。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原创素材、授权书、供货链证明越齐全，胜率越高。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沉淀内部黑名单与证据素材库。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核心要点：退货与投诉处理，核心是证据链。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建议时间表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别把两个月的事幻想成两周完成。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42416"/>
            <a:ext cx="1554480" cy="7863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12648" y="109728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2563EB"/>
                </a:solidFill>
                <a:latin typeface="PingFang SC"/>
              </a:rPr>
              <a:t>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8" y="1042416"/>
            <a:ext cx="1828800" cy="7863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167128" y="109728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2563EB"/>
                </a:solidFill>
                <a:latin typeface="PingFang SC"/>
              </a:rPr>
              <a:t>目标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1042416"/>
            <a:ext cx="4114800" cy="7863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995928" y="109728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2563EB"/>
                </a:solidFill>
                <a:latin typeface="PingFang SC"/>
              </a:rPr>
              <a:t>关键动作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042416"/>
            <a:ext cx="3611880" cy="7863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110728" y="109728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2563EB"/>
                </a:solidFill>
                <a:latin typeface="PingFang SC"/>
              </a:rPr>
              <a:t>通过标准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7393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12648" y="182880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第1–2周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21408" y="177393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2167128" y="182880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确定路径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0208" y="177393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995928" y="182880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身份核查、主体准备、市场选择、预算表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177393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110728" y="182880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知道先做哪条路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50545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12648" y="256032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第3–6周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21408" y="250545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2167128" y="256032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完成准备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50208" y="250545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995928" y="256032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开主体/收款/物流方案/素材规划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8" y="250545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8110728" y="256032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具备提交入驻条件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23697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12648" y="329184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第2–3月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21408" y="323697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2167128" y="329184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冷启动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50208" y="323697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3995928" y="329184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上 SKU、拍素材、测广告、跑客服 SOP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323697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8110728" y="329184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出现首批稳定订单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96849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612648" y="402336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第3–4月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21408" y="396849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2167128" y="402336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优化模型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50208" y="396849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3995928" y="402336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砍差品、补高转化品、优化履约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65008" y="396849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8110728" y="402336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毛利结构更清晰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70001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612648" y="475488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第4月以后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21408" y="470001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2167128" y="475488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放大复制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50208" y="470001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3995928" y="475488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扩站点、扩达人、扩库存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8" y="470001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8110728" y="475488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在利润基础上扩张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394960"/>
            <a:ext cx="11064240" cy="53035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19" b="0">
                <a:latin typeface="PingFang SC"/>
              </a:defRPr>
            </a:pPr>
          </a:p>
        </p:txBody>
      </p:sp>
      <p:sp>
        <p:nvSpPr>
          <p:cNvPr id="56" name="TextBox 55"/>
          <p:cNvSpPr txBox="1"/>
          <p:nvPr/>
        </p:nvSpPr>
        <p:spPr>
          <a:xfrm>
            <a:off x="731520" y="5504688"/>
            <a:ext cx="1078992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提醒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779008"/>
            <a:ext cx="10771632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多数新手不是死于“没机会”，而是死于太着急。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59" name="TextBox 5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核心要点：按周推进，别把两个月目标压成两周。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双向机遇：SEA / 反向海淘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韩国主体的价值，不只是一条单向卖货链路。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方向1：韩国 → SEA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卖的是韩系审美 + 韩国主体背书 + 内容表达。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适合家居、配件、宠物、小礼品、非功效型美妆工具。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重点是多语言内容和跨境履约，而不是压大库存。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方向2：韩国 → 中国反向海淘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适合小众品牌、线下发现、买手式内容。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玩法是内容种草 + 预售 / 代发，不一定依赖 TikTok Shop。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中韩语言与文化差更容易做出差异化内容。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核心要点：韩国主体既能做 SEA，也能做反向海淘内容生意。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Amazon为何是补充路径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TikTok Shop 和 Amazon 底层逻辑不一样，新手别同时重度启动两套系统。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TikTok Shop 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内容种草 + 短视频转化 + 快速测品。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更适合通过素材和达人测试商品反应。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节奏更快，但平台波动和运营执行也更敏感。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Amazon 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货架搜索 + Listing 优化 + 评论积累 + 广告运营。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更适合有稳定供应链、有备货与广告承受力的人。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如果你擅长搜索电商和长期品牌化，Amazon 更有意义。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D9485F"/>
                </a:solidFill>
                <a:latin typeface="PingFang SC"/>
              </a:rPr>
              <a:t>核心观点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新手同时重度做两边，最常见结果是两边都做不好。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核心要点：TikTok Shop 做内容转化，Amazon 做搜索货架，两套逻辑别一起重启。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Amazon站点对比：美国 / 英国 / 日本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日本站通常更适合韩国主体优先评估。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美国站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市场最大，竞争最激烈，广告 CPC 最高。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门槛高，FBA 费用贵，退货压力大。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适合大体量、长期品牌化。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英国站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英语市场，规则成熟。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VAT / EPR 合规要求突出。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整体门槛中高。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日本站（推荐）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离韩国近，物流与时差友好。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审美与韩国更接近。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广告压力低于美国，但需日语本地化。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87568"/>
            <a:ext cx="10735056" cy="420624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1792" y="5797296"/>
            <a:ext cx="10460736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0F9F7F"/>
                </a:solidFill>
                <a:latin typeface="PingFang SC"/>
              </a:rPr>
              <a:t>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071616"/>
            <a:ext cx="10442448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韩国主体如果要把 Amazon 当补充路径，优先评估日本站。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核心要点：韩国主体评估 Amazon 时，日本站通常优先级更高。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Amazon注册流程与资质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亚马逊最怕的不是材料多，而是信息不一致。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注册流程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确定站点 → 准备公司资料 → 法人身份信息。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准备企业地址账单 → KYC 审核。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完成收款与税务设置 → 上架 SKU。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所需资料与踩坑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营业执照、法人证件、企业地址证明、企业银行账户、受益人信息。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主体不稳定、信息不一致、资料临时拼凑，是最常见的审核雷区。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别一边注册一边改资料，容易把自己送进反复审核。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核心要点：Amazon 注册最怕信息不一致与资料临时拼凑。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Amazon费用结构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亚马逊不是“上架就卖”，而是处处都在收你成本。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主要费用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月租费：US $39.99 / UK £25 / JP ¥4900。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销售佣金：通常 8%–15%，按类目变化。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FBA：仓储 + 拣货 + 包装 + 配送。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广告 CPC：美国通常最高。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隐藏成本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退货损耗、头程、包材、汇率、税务代理。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利润公式：到手利润 = 售价 - 佣金 - FBA - 广告 - 头程 - 包材 - 退货损耗 - 税务。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只看销量不看净利润，是亚马逊新手经典死法。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核心要点：Amazon 利润必须按净利公式算，不能只看销量。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Amazon税务与合规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平台帮你代扣一部分，不等于你的合规工作结束。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主要差异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美国：Sales Tax，部分州平台代收代缴。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英国：VAT，需要注册与申报。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欧洲：EPR，包装/电子/电池等都可能涉及。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日本：消费税 + 进口报关。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底线要求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平台代扣 ≠ 合规结束。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必须保存完整台账、发票、物流单据与报税底稿。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一旦主体、仓储、进口申报方式变化，合规口径也可能跟着变。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记住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税务从来不是“后面再补”，而是开卖前就要设计。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核心要点：税务口径会随站点、仓储和进口方式变化。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Amazon热门品类 / 避坑 / 新手建议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别把 Amazon 当无脑铺货平台。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适合 / 不适合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适合新手：家居收纳、厨房小工具、桌面整理、宠物用品、低监管配件。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不适合：化妆品、食品、儿童用品、带电产品、易碎高退货、侵权商品。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类目越复杂，售后、认证和广告坑越深。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起步建议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不要铺太多 SKU，不要只看销量不看利润，不要碰高风险类目。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日本站优先，3–10 个 SKU 起步。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先跑通上架 → 收款 → FBA → 广告闭环，再考虑扩品。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核心要点：Amazon 新手先做低监管、低退货类目，小 SKU 起步。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学习资源 + 行动清单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最后一页只做一件事：把下一步讲清楚。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PingFang SC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建议盯住的资源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TikTok Shop Seller Center / Seller Academy。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Amazon Sell US / UK / JP 官方定价与政策页。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韩国税务师 / 会计事务所。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MFDS、韩国国税厅、目标市场海关与税务官网。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现在就执行的 5 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先选路径：韩国本地 / SEA 跨境 / 反向海淘 / Amazon 补充。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砍掉高监管品类，留下 3 个可测方向。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用预算表重算佣金、物流、汇损、退货。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先做 MVP 店铺，而不是豪华版店铺。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优先跑通一条闭环，再考虑第二平台。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0F9F7F"/>
                </a:solidFill>
                <a:latin typeface="PingFang SC"/>
              </a:rPr>
              <a:t>最终结论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当前最现实的 0→1 路线，仍然是“韩国主体 + SEA 跨境 + 低监管品类 + 小步快跑”。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latin typeface="PingFang SC"/>
              </a:rPr>
              <a:t>韩国TikTok Shop从0到1指南 · v3.2 紧凑版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核心要点：先选一条主路径，跑通第一条闭环，再考虑第二平台。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