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韩国 TikTok Shop</a:t>
            </a:r>
            <a:br/>
            <a:r>
              <a:t>从 0 到 1 完整指南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4D6A"/>
                </a:solidFill>
              </a:defRPr>
            </a:pPr>
            <a:r>
              <a:t>2026最新版 · 政策解读 · 避坑指南 · 落地流程</a:t>
            </a:r>
            <a:br/>
            <a:r>
              <a:t>在Coupang、速卖通、Temu夹击下的内容电商突围之道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36576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v1.1 · GEM专家审核版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市场情报与竞争格局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🎯 韩国电商市场格局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Coupang（쿠팡）：韩国最大电商，市占率超50%，Rocket配送已成消费者基准期待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AliExpress + Temu：低价策略异军突起，年增速显著，但客单价低、退货率高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TikTok Shop：核心优势是'内容电商'——兴趣推荐激发冲动消费，区别于货架电商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速卖通定位：价格敏感用户；Coupang定位：品质导向；TikTok定位：内容种草 → 转化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F272"/>
                </a:solidFill>
              </a:defRPr>
            </a:pPr>
            <a:r>
              <a:t>韩国K-Beauty/K-Fashion在东南亚需求旺盛，是韩国外贸的新增长极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数据来源：韩国统计局、eMarketer 2025、Chosun Biz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🎉 重大利好：Korea-SEA Cross-border 上线（2025.11）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韩国企业登记信息可直接入驻东南亚5国TikTok Shop，无需再注册当地法人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支持的东南亚市场：越南、泰国、菲律宾、马来西亚、新加坡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韩国法人营业执照 + 实名手机号 = 一键开通东南亚多国店铺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中国卖家可借道韩国公司，享受韩国跨境资质的品牌背书效应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注意：此通道主要面向韩国→东南亚，韩→中反向业务另有路径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信息来源：Chosun Biz、TikTok Official 2025.11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💰 2026 TikTok Shop 费用结构（详细版）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入驻费用：目前免入驻费（随时可能调整，请以官网为准）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佣金费率：类目不同，约 2%~15%（科技配件高，美妆/服饰低）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支付网关手续费：约 2~3%（信用卡、KakaoPay等本地支付）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结算周期：T+7 ~ T+15，不同卖家账期不同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提现手续费：约 0.5%~1%（通过Payoneer/Wise结算）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3A5A"/>
                </a:solidFill>
              </a:defRPr>
            </a:pPr>
            <a:r>
              <a:t>汇率损失：KRW结算，存在汇率波动风险，建议锁汇操作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5215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5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额外费用：营销活动可能收取平台推广费（留意账单明细）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核心风险与红线（按业务流程分类）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注册资质与产品合规红线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韩国营业执照 ≠ 中国营业执照，混用直接封号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用中国公司注册韩国TikTok Shop属于违规注册，一旦查出永久封号。必须使用韩国本地企业资质（사업자등록증）。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缺少年销售额报税记录，被追缴VAT+罚款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2021年起韩国对境外电商征10% VAT，瞒报最高罚销售额3倍，且平台强制下架。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化妆品未在MFDS注册为责任销售商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销售K-Beauty产品需向韩国食品医药品安全处(MFDS)注册为'화장품 책임판매업자'（化妆品责任销售商），并完成功能性审查或标准报告。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食品类无韩文标签/进口申报，违法下架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食品（零食、保健品）须办理进口食品申报，粘贴韩文标签（成分、过敏原、保质期、营养信息缺一不可）。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带电产品无KC认证，清关时被扣押销毁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电子产品需KC认证，儿童用品、玩具也有严格KC安全标准。不合规产品不只在平台下架，海关直接扣押。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6995160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70225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995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不了解PIPA《个人情报保护法》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734263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收集韩国用户数据须展示韩文《个人信息处理方针》，营销用途需用户'选择性同意'，违规可被举报。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资金链路与结算风险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韩国银行账户大额汇款被外汇管理法拦截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从韩国向境外大额汇款，需向银行提供交易证明。大额个人账户收商业款项，极易触发银行风控冻结。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资金流水异常触发银行风控，账户被冻结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频繁小额提现、个人户收商业款、换汇异常等行为，会被韩国银行系统标记并要求解释资金来源。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结算货币KRW汇率波动，损失惨重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以韩元结算后若不立即换汇或锁汇，汇率波动可吞噬利润。建议开通多币种账户。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海关低报被查：补缴关税+VAT+罚款+信用降级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对进口商品申报价值（과세가격）低报是重罪，不仅补缴还要罚款，且影响后续清关信用评级。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不了解韩国预扣税制度（境外直邮模式）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跨境直邮某些品类有20%预扣税，需要专业清关行处理，否则实际到货成本远高于预期。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内容创作与账号运营红线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搬运国内视频直接发：降权或封号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TikTok算法检测重复内容，搬运视频会被降权。建议'本地化再创作'——使用韩国流行音乐、俚语、叙事风格。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刷单/虚假评价：零容忍，永久封号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TikTok Shop对此零容忍。一旦确认，永封无解，且关联账号全部受牵连。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账号IP/设备/支付信息关联：批量封号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同一IP、同一设备、多店铺共用支付或退货地址，一旦一家出问题，批量封号。建议独立IP+物理设备隔离。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不了解韩国内容审核规则：强制下架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韩语敏感词、文化冲突内容、与韩国社会规范相悖的视频，会被平台强制下架或限流。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韩国消费者Naver Blog差评传播力极强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韩国消费者习惯在Naver Blog/Naver Cafe发差评，一旦发酵比平台处罚更难处理。需积极主动管理评价。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物流、客服与消费者体验风险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中国直发时效3~7天，毫无竞争力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韩国消费者已习惯Coupang的当日/次日达（로켓배송）。即使是威海仓直发，也难与本地仓竞争。需在商品页明确标注预计时效，管理预期。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韩语客服缺失 → 差评+降权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平台要求24小时内回复。韩语能力不足会导致差评累积、店铺评分下降，进而影响推荐权重。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退货地址写中国内地：退货成本失控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韩国用户退货率高（3~8%），退货寄回中国费用高、周期长。建议使用韩国本地退货仓。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00C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忽视韩国节假日：春节/中秋物流停摆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韩国春节（설날）和中秋（추석）物流基本停摆2~3周，需提前2个月备货。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忽视农产品/动物制品进口限制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某些农产品、含有动物成分的食品（肉类、奶制品）在韩国有严格的进口检疫限制，不可忽视。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从 0 到 1 · 完整流程（含新增关键环节）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第一步：韩国企业注册（预计2~4个月）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① 选择公司类型：有限责任公司（유한책임회사）注册快、门槛低；株式会社（주식회사）可信度高、更适合未来融资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② 申请企业公认认证书（공인인증서）——韩国网银操作必需品，类似国内U盾，不可跳过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③ 开设企业银行账户（KB/DGB/Hana/Kakao Bank），需提前预约，材料：法人证件+公司章程+公证书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④ 申请韩国实名手机号（，用于TikTok注册和验证码接收）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⑤ 确定目标产品：建议从K-Beauty护肤品/功能性化妆品切入，供应链在韩国有优势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⑥ 办理产品认证（KC认证 / MFDS化妆品注册 / 食品进口申报）——视类目可能耗时3~6个月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5215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5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⚠️ 注意：若需MFDS化妆品注册，整体注册+认证流程可能需要3~6个月，留足缓冲期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第二步：注册TikTok Shop + 支付网关（1~2周）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① 访问 seller.tiktok.com，用韩国手机号+邮箱注册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② 上传韩国企业登记证（사업자등록증）+ 法人身份证件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③ 选择目标市场：可同时勾选多个东南亚国家（越南/泰国/菲律宾/马来西亚/新加坡）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④ 申请绑定韩国本地支付网关（PG）——KG Inicis 或 NICEPay，是接收KakaoPay/信用卡的关键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⑤ 填写银行账户信息（用于接收结算货款，建议开Payoneer/Wise多币种账户）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⑥ 等待平台审核：通常3~7个工作日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第三步：仓储与物流方案决策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【方案A】韩国本地仓（推荐新手首选）：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  使用韩国第三方仓库（3PL）：CJ物流 / Logen / Quicken / Delivengo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  优点：时效快（次日达）、退货处理方便、本地仓背书提升转化率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  缺点：仓储费约150~300韩币/件/月（根据体积），初期库存资金压力较大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【方案B】中国直发（仅适合低客单价/轻小件）：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  空运小包进韩（3~7天），无需提前备货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5215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5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3A5A"/>
                </a:solidFill>
              </a:defRPr>
            </a:pPr>
            <a:r>
              <a:t>  缺点：无价格竞争力，退货成本高，关税预付，流量权重低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629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629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【方案C】威海/仁川中转仓：平衡时效与成本，适合初期测款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第四步：内容创作与账号运营（核心差异化竞争力）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账号定位原则：垂直类目深耕，拒绝泛娱乐！越细分越容易获取精准流量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内容本地化再创作：用韩国流行音乐(BTS/NewJeans)、韩语俚语、当地叙事风格，而非直接翻译国内视频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发布节奏：每天2~3条，持续3个月才能稳定基础流量；前3个月不急于卖货，以养号为主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KOC合作策略：1万~10万粉小达人性价比最高，转化率高于头部；建议找10~30位KOC测品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72"/>
                </a:solidFill>
              </a:defRPr>
            </a:pPr>
            <a:r>
              <a:t>直播带货：韩国直播电商渗透率高，建议重点投入；开场前30分钟预热是流量关键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SEO优化：标题、标签用韩语，嵌入Naver热词（和TikTok标签搭配使用效果更好）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第五步：韩语客服与售后体系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配置AI chatbot + 人工组合：AI处理80%常规问题，人工专注复杂投诉，24小时内必须回复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建立韩语FAQ（常见问题清单）：减少重复问题，提升响应效率，减少差评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退货处理：建议在韩国本地设退货仓（非退回中国），退货率约3~8%，提前纳入成本模型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差评管理：韩国消费者习惯在Naver Blog/Cafe发帖差评，发现后24小时内主动联系解决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社交媒体联动：Instagram Reels + TikTok + Naver Blog同步运营，Naver SEO同样重要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第六步：财务合规与VAT申报（不可忽视）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开通Payoneer或Wise多币种账户：KRW结算后立即换汇，避免汇率损失；Wise汇率优于Payoneer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韩国VAT（增殖税）注册：向韩国国税厅（NTS）申请，10%税率，季度申报（每年1/4/7/10月25日前）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聘请韩国税무사（税务师）：年费约50~100万韩币，专业处理记账+VAT申报+年末结算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企业账户收货款，禁止使用个人账户：大额个人账户收商业款触发银行风控，可导致账户冻结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保留完整进货凭证和报关单：韩国要求保存5年，是税务审查的主要依据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注意外汇申报：大额跨境汇款需向银行提供交易合同，避免被拦截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在韩华人创业特别注意事项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身份合规：绝对红线（留学生/求职者必读）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留学生(D-2) / 语学院(D-4) / 求职者(D-10)身份：禁止从事盈利性商业活动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以个人名义注册店铺、收款、操作账号均属违法。一旦被查实：罚款 + 签证取消 + 驱逐出境，风险极高。绝对禁止！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永驻权（F-5）/ 国民配偶（F-6）：具备合法创业资格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可注册个人事业者（개인사업자）或成立法人公司，正常运营所有业务无法律障碍。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居住（F-2）签证：通常可以创业，但需仔细确认签证条款中就业活动的具体范围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部分F-2-7等子类型对就业活动有限制，建议先向出入境管理局确认后再行动。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绝对禁止'借名注册'：找韩国人挂名注册公司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法律纠纷和财务风险极高，韩国合伙人不承担无限连带责任，实际控制人风险全在华人一方。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正确路径：与有合法身份的合伙人成立正规株式会社，明确股权与责任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以公司名义运营，所有合同、银行账户、平台注册均以公司为主体，保护个人资产安全。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华人身份的特殊优势与独特机遇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🎯 双向内容创作优势：同时掌握中韩双语，可制作中韩双语内容，吸引两边用户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72"/>
                </a:solidFill>
              </a:defRPr>
            </a:pPr>
            <a:r>
              <a:t>🔄 反向海淘机遇：将韩国小众/潮流品牌通过小红书/抖音反向销售给中国消费者（0库存预售模式）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9AFF"/>
                </a:solidFill>
              </a:defRPr>
            </a:pPr>
            <a:r>
              <a:t>🌏 中韩供应链整合优势：将国内优质产品通过韩国设计/包装，借韩国品牌背书出海东南亚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💡 '韩国人在中国生活' / '华人在韩国创业' 内容天然具有话题性，易获流量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📱 社交媒体联动：同步运营小红书（面向中国）+ TikTok（面向韩国/东南亚），双向引流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建议路径：先以个人事业者(F-5/F-6)或株式会社形式合规运营，待收入稳定后升级为公司化运营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建议时间表（留足缓冲期）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⏱️ 从准备到开单（理想 vs 现实）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第1~2月（理想）：韩国企业注册 + 银行开户 + 税务登记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第2~3月（理想）：KC认证/MFDS注册 + 仓储方案落地 + TikTok Shop注册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53A"/>
                </a:solidFill>
              </a:defRPr>
            </a:pPr>
            <a:r>
              <a:t>⚠️ 现实注意：KC认证/MFDS注册视产品复杂度，可能需要3~6个月，请预留1~2个月缓冲期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第3月：账号养号期——发布内容但不急于卖货，积累初始粉丝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第4~5月：内容测试期——找10~30位KOC合作，测出1~2个爆款视频方向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72"/>
                </a:solidFill>
              </a:defRPr>
            </a:pPr>
            <a:r>
              <a:t>第6月起：开始直播带货，优化广告投放，追求ROI转正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5215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5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第9~12月：考虑扩展到其他东南亚国家（越南/泰国/马来西亚）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⚠️ 注意：以上为理想化时间线。MFDS认证可能耗时3~6个月；企业注册+银行开户也可能因文件问题延迟。建议做好3个月以上资金储备。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✅ 韩国TikTok Shop 开业核对清单（完整版）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企业注册（有限责任公司/株式会社） + 公证书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企业公认认证书（공인인증서）申请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企业银行账户（KB/Hana/Kakao/DGB）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韩国实名手机号（用于平台注册）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⚠️ KC认证（电子产品/儿童用品）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⚠️ MFDS化妆品责任销售商注册（美妆类）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5215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5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⚠️ 食品进口申报 + 韩文标签（食品类）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629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629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🔴 韩国VAT税号注册（NTS）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7406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406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TikTok Shop账号注册（seller.tiktok.com）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81838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81838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🔴 韩国本地支付网关（KG Inicis / NICEPay）绑定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89611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8961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仓储/物流方案确定（本地仓/中转仓）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97383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9738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Payoneer / Wise 多币种账户开通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05156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0515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🔴 韩语客服配置（AI + 人工）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112928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1292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🔴 韩国税务师（세무사）签约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120700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207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韩语内容创作团队或工具（本地化制作）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标注说明：✅ 已完成(绿色) / ⚠️ 视类目决定(橙色) / 🔴 关键必做(红色)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📚 推荐学习资源（持续更新）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TikTok Shop Seller Center（官方）：seller.tiktok.com — 注册、费率、政策最权威来源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9AFF"/>
                </a:solidFill>
              </a:defRPr>
            </a:pPr>
            <a:r>
              <a:t>韩国食品医药品安全处（MFDS）：mfds.go.kr — 化妆品/食品法规必备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9AFF"/>
                </a:solidFill>
              </a:defRPr>
            </a:pPr>
            <a:r>
              <a:t>韩国国税厅（NTS）：nts.go.kr — VAT登记、申报入口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2043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9AFF"/>
                </a:solidFill>
              </a:defRPr>
            </a:pPr>
            <a:r>
              <a:t>KC认证申请：kc.mark.kr — 产品认证必备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YouTube实操频道：搜索' tiktok shop 东南亚 卖家 '、'쿠팡 로켓 배송 대학교'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Naver知识iN：搜索' tossshop '、'쿠팡 셀러'- 韩国卖家论坛和经验分享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⚠️ 免责声明：本指南基于2026年4月前公开信息整理，政策随时可能调整，请以官方最新公告为准。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开始行动！</a:t>
            </a:r>
            <a:br/>
            <a:r>
              <a:t>双向掘金：中韩供应链 + 东南亚市场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4D6A"/>
                </a:solidFill>
              </a:defRPr>
            </a:pPr>
            <a:r>
              <a:t>第一步：确定你的产品方向和目标市场</a:t>
            </a:r>
            <a:br/>
            <a:r>
              <a:t>第二步：确认你的在韩身份是否具备创业资质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36576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v1.1 · GEM专家审核版 · 2026 · GEM专家审核版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