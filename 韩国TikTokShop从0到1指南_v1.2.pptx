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韩国 TikTok Shop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从 0 到 1 完整指南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4D6A"/>
                </a:solidFill>
              </a:defRPr>
            </a:pPr>
            <a:r>
              <a:t>2026最新版 · 政策解读 · 避坑指南 · 落地流程</a:t>
            </a:r>
          </a:p>
          <a:p>
            <a:pPr algn="ctr">
              <a:defRPr sz="1600">
                <a:solidFill>
                  <a:srgbClr val="FF4D6A"/>
                </a:solidFill>
              </a:defRPr>
            </a:pPr>
            <a:r>
              <a:t>Coupang、速卖通、Temu夹击下的内容电商突围之道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36576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v1.2终审版 · GEM深度复查版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市场情报与竞争格局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🎯 韩国电商市场格局 2026（更新版）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D6A"/>
                </a:solidFill>
              </a:defRPr>
            </a:pPr>
            <a:r>
              <a:t>Coupang（쿠팡）：韩国绝对霸主，市占率&gt;50%，Rocket配送已成消费者基准期待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AliExpress + Temu：低价策略异军突起，年增速显著，但客单价低、退货率高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TikTok Shop：'发现式购物'差异化赛道——兴趣推荐激发冲动消费，非搜索式货架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韩国TikTok MAU &gt; 1000万（2025年Q4数据），核心用户18-34岁，日均使用时长超60分钟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B800"/>
                </a:solidFill>
              </a:defRPr>
            </a:pPr>
            <a:r>
              <a:t>客单价对比：韩国$35-55 vs 东南亚$10-20；韩国用户愿为设计/品质/品牌付溢价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数据来源：Data.ai, App Ape 2025Q4, Chosun Biz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🎉 重大利好：Korea-SEA Cross-border（2025.11上线）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韩国企业登记信息可直接入驻东南亚5国TikTok Shop，无需再注册当地法人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4D6A"/>
                </a:solidFill>
              </a:defRPr>
            </a:pPr>
            <a:r>
              <a:t>支持市场：越南、泰国、菲律宾、马来西亚、新加坡，一套资质开通多国店铺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72"/>
                </a:solidFill>
              </a:defRPr>
            </a:pPr>
            <a:r>
              <a:t>反向海淘路径（韩国→中国）：韩国小众/潮流品牌可通过小红书/抖音反向销售给中国消费者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注意：Korea-SEA通道面向韩国→东南亚；韩国→中国另有独立运营路径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信息来源：Chosun Biz、TikTok Official 2025.11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💰 2026费用结构（完整版，含汇率和结算风险）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入驻费用：免入驻费（随时可能调整，以官网为准）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佣金费率：类目2%~15%；支付网关手续费约2~3%；提现手续费约0.5~1%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Naver Pay + Kakao Pay：韩国绝对主流支付方式，相当于中国的支付宝/微信支付地位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无法提供Naver Pay/Kakao Pay的店铺，转化率比竞品低30-50%！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结算汇率风险（KRW→USD→CNY双重转换）：T+7~T+14结算周期，需关注汇率波动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98347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2026年新规：韩国VAT 10%由平台代扣代缴（2026.1.1生效），定价需提前计入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📈 2026韩国TikTok Shop热卖品类榜单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D6A"/>
                </a:solidFill>
              </a:defRPr>
            </a:pPr>
            <a:r>
              <a:t>1. 手机配件（폰케이스/폰꾸）：设计新颖是核心，客单价$15-30，退货率低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4D6A"/>
                </a:solidFill>
              </a:defRPr>
            </a:pPr>
            <a:r>
              <a:t>2. 家居咖啡馆（Home-Café）用品：高颜值杯具、手冲咖啡器具、甜点模具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3. 宠物用品（반려동물）：小型犬猫智能玩具、设计感服装，$20-45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B800"/>
                </a:solidFill>
              </a:defRPr>
            </a:pPr>
            <a:r>
              <a:t>4. K-Pop/偶像周边：非官方但精美，$10-25，冲动消费强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4D6A"/>
                </a:solidFill>
              </a:defRPr>
            </a:pPr>
            <a:r>
              <a:t>5. 低单价时尚饰品：耳环/项链/发饰，强调'每日更新'快时尚，$8-20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98347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3A5A"/>
                </a:solidFill>
              </a:defRPr>
            </a:pPr>
            <a:r>
              <a:t>⚠️ 服装类：高客单价但退货率10-20%（尺码/颜色不符），定价需预留损耗成本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核心风险与红线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⚠️ 注册资质与产品合规红线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43000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1704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韩国营业执照 ≠ 中国营业执照，混用直接永久封号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在韩国TikTok Shop必须使用韩国本地企业资质（사업자등록증）。用中国公司注册属违规注册。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13432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234086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缺少年销售额报税记录 → 追缴VAT+3倍罚款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2021年起韩国对境外电商征10% VAT。瞒报最高罚3倍，平台强制下架。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83864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35112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MFDS功能性化妆品审查强化（2025年底新规）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133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美白/抗皱/防晒类产品需提供MFDS颁发的功能性化妆品审查报告编号，否则因'虚假广告'被下架。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654296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4681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KC认证范围扩大（2026年新生儿/婴幼儿/接触皮肤品类）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01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儿童玩具、硅胶厨房用品、按摩仪等品类纳入强制KC认证，仅有GB质检报告无效。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824728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58521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24728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食品类无韩文标签/进口申报 → 强制下架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零食/保健品须办理进口食品申报，粘贴完整韩文标签（成分/过敏原/保质期/营养信息）。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6995160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70225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995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不了解PIPA《个人情报保护法》 → 违法举报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734263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收集用户数据须展示韩文《个人信息处理方针》，营销用途须获用户'选择性同意'。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⚠️ 资金链路与结算风险（2026年新增重点）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43000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1704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韩国银行大额汇款被外汇管理法拦截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大额从韩国向境外汇款需向银行提供交易证明；个人户收商业款会被风控冻结。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13432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234086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结算汇率双重转换（KRW→USD→CNY）损失惨重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结算周期T+7~T+14，期间韩元贬值可吞噬利润。建议开通多币种账户+锁汇操作。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83864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35112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2026.1.1新规：VAT由平台代扣代缴10%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133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韩国税务厅要求平台代扣代缴，无论销售额大小，定价时需提前计入10%成本。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654296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4681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海关低报被查：补缴+罚款+信用降级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01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进口商品申报价值低报是重罪，不仅补缴关税+VAT+罚款，还影响后续清关信用评级。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824728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58521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24728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韩国预扣税制度（境外直邮模式）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某些品类直邮进韩有20%预扣税，需专业清关行处理，实际到货成本高于预期。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6995160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70225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995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使用个人账户收货款 → 账户冻结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734263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企业账户收货款，禁止使用个人账户。频繁小额提现或换汇异常均触发银行风控。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⚠️ 内容创作与账号运营红线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43000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1704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搬运国内视频：降权或封号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TikTok检测重复内容，直接搬运会被降权。建议'本地化再创作'——韩语音乐+俚语+叙事风格。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13432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234086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刷单/虚假评价：零容忍永久封号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TikTok Shop对此零容忍。一旦确认，关联账号全部受牵连，永无解封。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83864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35112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账号IP/设备/支付信息关联：批量封号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133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同一IP+设备+多店铺共用信息，一旦一家出问题全部被封。建议独立IP+物理设备隔离。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654296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4681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不了解韩国内容审核规则：强制下架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01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韩语敏感词、文化冲突内容会被强制下架或限流。韩国对广告法执行较严格。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824728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58521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24728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韩国Naver Blog差评传播力极强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韩国消费者习惯在Naver Blog/Cafe发帖，差评发酵比平台处罚更难处理，需主动管理评价。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⚠️ 物流、客服与消费者体验风险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43000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1704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中国直发3~7天，无竞争力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韩国消费者习惯Coupang次日达。威海仓直发也难竞争，需在商品页明确标注时效并管理预期。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13432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234086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韩语客服缺失 → 差评+降权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平台要求24小时内回复。韩语能力不足导致差评累积、店铺评分下降，进而影响推荐权重。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83864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35112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退货率因品类差异极大（服装10-20%）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133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服装/鞋：10-20%（尺码/颜色不符）；美妆/食品：&lt;3%；家居/数码：3-8%。必须分品类计入成本。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654296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4681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退货地址写中国内地：成本失控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01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韩国用户退货率高，退回中国费用高、周期长。建议设韩国本地退货仓。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824728"/>
            <a:ext cx="411480" cy="274320"/>
          </a:xfrm>
          <a:prstGeom prst="rect">
            <a:avLst/>
          </a:prstGeom>
          <a:solidFill>
            <a:srgbClr val="00C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58521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24728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忽视韩国节假日物流停摆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春节（설날）和中秋（추석）物流停摆2~3周，需提前2个月备货。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6995160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70225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99516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农产品/动物制品进口检疫限制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734263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某些农产品、肉类、含动物成分食品有严格进口检疫限制，不可忽视。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从 0 到 1 · 完整流程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第一步：韩国企业注册（预计2~4个月，有缓冲期）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① 选择公司类型：有限责任公司（유한책임회사）门槛低；株式会社（주식회사）可信度高适合融资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② 申请企业公认认证书（공인인증서）——韩国网银必需品，类似U盾，不可跳过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③ 开设企业银行账户（KB/DGB/Hana/Kakao Bank），需提前预约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④ 申请韩国实名手机号（用于TikTok注册+验证码接收）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⑤ 确定目标产品：建议从K-Beauty护肤品/功能性化妆品切入，供应链优势明显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98347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⑥ 办理产品认证（KC认证 / MFDS化妆品注册 / 食品进口申报）——视类目耗时3~6个月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742431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42431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53A"/>
                </a:solidFill>
              </a:defRPr>
            </a:pPr>
            <a:r>
              <a:t>⚠️ 注意：MFDS化妆品注册可能需要3~6个月，请预留缓冲期！做好3个月以上资金储备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第二步：注册TikTok Shop + 支付网关（1~2周）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① 访问 seller.tiktok.com，用韩国手机号+邮箱注册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② 上传韩国企业登记证（사업자등록증）+ 法人身份证件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③ 选择目标市场：可同时勾选多个东南亚国家（越南/泰国/菲律宾/马来西亚/新加坡）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④ 申请/绑定支付网关——KG Inicis 或 NICEPay，接入Naver Pay/KakaoPay（必须！）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⑤ 填写银行账户（建议同时开通Payoneer/Wise多币种账户）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98347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⑥ 等待审核：通常3~7个工作日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第三步：仓储与物流方案（含服务商对比）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【方案A】韩国本地仓（推荐首选）：时效快(次日达)、转化率高、退货处理方便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  3PL推荐：CJ物流(最大) / 乐天全球物流(网点多) / 韩进快递(价格优) / FSS智能仓储(适合新手)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  费用参考：仓储费150~300韩币/件/月 + 处理费 + 派送费；月销500+单后综合成本低于直邮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【方案B】中国直发（仅适合低客单价轻小件）：无需备货，但时效3~7天无竞争力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B800"/>
                </a:solidFill>
              </a:defRPr>
            </a:pPr>
            <a:r>
              <a:t>【方案C】威海/仁川中转仓：平衡时效与成本，适合初期测款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98347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退货仓：建议在韩国本地设退货仓（不接受退中国内地），退货率因品类3~20%不等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第四步：内容创作（本地化细节数据版）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账号定位原则：垂直类目深耕，越细分越容易获取精准流量，切忌泛娱乐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视频时长：7-12秒是黄金时长（冲动购买）；30-45秒可讲解产品（完播率会下降）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D6A"/>
                </a:solidFill>
              </a:defRPr>
            </a:pPr>
            <a:r>
              <a:t>音乐选择：使用当前韩国K-Pop副歌或TikTok热门BGM；避免中国抖音神曲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剪辑工具推荐：VLLO、VITA（韩国人最常用），而非剪映国际版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72"/>
                </a:solidFill>
              </a:defRPr>
            </a:pPr>
            <a:r>
              <a:t>韩国用户转化漏斗：TikTok发现 → Naver搜索验证（查博客测评） → TikTok下单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98347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KOC合作：1万~10万粉小达人性价比最高，纯佣15-25%；MCN加收5-10%服务费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742431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42431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4D6A"/>
                </a:solidFill>
              </a:defRPr>
            </a:pPr>
            <a:r>
              <a:t>直播：韩国用户期待'娱乐性+真实感'，而非叫卖；工厂探访/OOTD/Q&amp;A形式效果好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第五步：韩语客服与售后体系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配置AI chatbot + 人工组合：AI处理80%常规问题，24小时内必须回复（平台要求）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建立韩语FAQ（常见问题清单）：减少重复问题，提升响应效率，减少差评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退货处理：韩国本地设退货仓，退回中国成本极高且周期长，提前纳入成本模型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差评管理：韩国消费者习惯在Naver Blog/Cafe发帖，发现后24小时内主动联系解决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4D6A"/>
                </a:solidFill>
              </a:defRPr>
            </a:pPr>
            <a:r>
              <a:t>社交媒体联动：Instagram Reels + TikTok + Naver博客同步运营，Naver SEO同样重要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第六步：财务合规、VAT申报与结算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开通Payoneer或Wise多币种账户：KRW结算后立即换汇（避免T+7~T+14汇率风险）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韩国VAT（10%增殖税）：2026.1.1起由平台代扣代缴；年销售额&gt;8000万韩元需单独申报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VAT季度申报：每年1/4/7/10月25日前申报上季度；聘请韩国세무사（税务师）年费50~100万韩币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企业账户收货款，禁止使用个人账户：大额个人账户收商业款触发银行风控冻结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保留完整进货凭证和报关单5年：韩国税务审查主要依据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98347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外汇申报：大额跨境汇款需向银行提供交易合同，避免被拦截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实战QA · 常见问题解决方案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Q&amp;A 1：新账号冷启动期流量少，正常吗？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完全正常，这是平台的'沙盒期'（冷启动），通常持续2~4周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D6A"/>
                </a:solidFill>
              </a:defRPr>
            </a:pPr>
            <a:r>
              <a:t>应对策略：每日稳定更新1~3条高质量原创视频；积极参与热门话题Challenge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可少量投放Spark Ads（原生广告）加热优质内容，加速系统认识账号标签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4D6A"/>
                </a:solidFill>
              </a:defRPr>
            </a:pPr>
            <a:r>
              <a:t>确保前10~20个订单完美履约（发货准时、包装完整、附带好评卡），快速积累好评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避免：发低质量视频、频繁修改账号信息、发侵权内容——这些会延长沙盒期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Q&amp;A 2：遇到恶意退货（使用后损坏再退）怎么办？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发货前：对贵重/易损商品打包过程全程录像留存证据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退货政策：在店铺页用韩语明确写明'非质量问题退货由买家承担运费'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收货检查：收到退货后立即开箱录像，如有人为损坏，立即截图/录像向平台申诉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D6A"/>
                </a:solidFill>
              </a:defRPr>
            </a:pPr>
            <a:r>
              <a:t>申诉材料：发货视频+打包视频+收到后开箱视频，三重证据申诉成功率更高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注意：韩国消费者保护法较倾向买家，申诉不一定成功，重点是预防——做好打包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Q&amp;A 3：被竞争对手恶意投诉下架怎么办？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第一步：冷静分析下架原因——版权侵权（图片/视频）、专利侵权、还是广告违规？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版权投诉：提供原创证明（拍摄原图、源文件、创作时间戳）向平台提交反通知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专利投诉：提供专利证书或非侵权分析（NDA），必要时咨询韩国知识产权律师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通过TikTok卖家中心正规流程申诉（切勿在社交媒体公开争吵，会使问题复杂化）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D6A"/>
                </a:solidFill>
              </a:defRPr>
            </a:pPr>
            <a:r>
              <a:t>预防：使用正版素材、原创图片、自主设计的包装——从一开始就做好防火墙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Q&amp;A 4：韩国消费者对隐私和数据的态度？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极其敏感！韩国是全球个人信息保护最严格的国家之一（PIPA法案）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必须提供韩文版《个人信息处理方针》，清晰说明收集哪些信息、用于何处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除非清关必需（PCCC个人通关号），不要索要用户额外信息（最小化采集原则）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与顾客沟通时绝不能在公开平台泄露对方任何个人信息（违法）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用户数据泄露处罚：罚款+品牌信誉毁灭性打击+可能面临集体诉讼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在韩华人创业特别注意事项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⚠️ 身份合规：绝对红线（留学生/求职者必读）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43000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1704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D-2（留学生）/ D-4（语学院）/ D-10（求职者）身份：绝对禁止从事盈利性商业活动！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以个人名义注册店铺/收款/操作账号均属违法。查实后：罚款+签证取消+驱逐出境。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13432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234086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F-5（永驻）/ F-6（国民配偶）：具备合法创业资格，可注册个人事业者或法人公司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这是最合规的路径。可正常运营所有业务，无法律障碍。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483864"/>
            <a:ext cx="411480" cy="27432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35112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F-2（居住）签证：通常可以创业，但需仔细确认签证条款中就业活动的具体范围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1336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部分F-2-7等子类型有限制，建议先向出入境管理局确认后再行动。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654296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4681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绝对禁止'借名注册'：找韩国人挂名注册公司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0176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法律纠纷和财务风险极高，韩国合伙人不承担无限连带责任，实际控制人风险全在华人一方。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5824728"/>
            <a:ext cx="411480" cy="27432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58521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24728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正确路径：与有合法身份的合伙人成立株式会社，明确股权与责任，以公司为主体运营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银行账户、平台注册、合同签署均以公司名义，保护个人资产安全。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华人身份的双向掘金独特机遇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72"/>
                </a:solidFill>
              </a:defRPr>
            </a:pPr>
            <a:r>
              <a:t>反向海淘：将韩国小众/潮流品牌通过小红书/抖音预售模式反向卖给中国消费者（0库存）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9AFF"/>
                </a:solidFill>
              </a:defRPr>
            </a:pPr>
            <a:r>
              <a:t>中韩供应链整合：国内优质产品+韩国设计/包装=曲线出海，借韩国品牌背书进东南亚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双向内容优势：同时掌握中韩双语，制作'韩国人体验中国产品'/'华人在韩创业'内容天然吸睛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4D6A"/>
                </a:solidFill>
              </a:defRPr>
            </a:pPr>
            <a:r>
              <a:t>小红书+TikTok联动：小红书（面向中国反向种草）+ TikTok（面向韩国/东南亚销售）双向引流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B800"/>
                </a:solidFill>
              </a:defRPr>
            </a:pPr>
            <a:r>
              <a:t>个人IP型 vs 企业化：建议先以个人事业者(F-5/F-6)跑通MVP，确认盈利后再公司化运营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推荐路径：个人事业者跑通MVP → 收入稳定后升级为株式会社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建议时间表（带缓冲期）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⏱️ 从准备到开单（理想 vs 现实）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第1~2月（理想）：韩国企业注册 + 银行开户 + 공인인증서 + 税务登记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51"/>
                </a:solidFill>
              </a:defRPr>
            </a:pPr>
            <a:r>
              <a:t>第2~3月（理想）：KC认证/MFDS注册 + 仓储方案落地 + TikTok Shop注册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⚠️ 现实注意：KC认证/MFDS注册视产品复杂度需3~6个月，请预留1~2个月缓冲期！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D6A"/>
                </a:solidFill>
              </a:defRPr>
            </a:pPr>
            <a:r>
              <a:t>第3月：账号养号期——每日2~3条高质量视频积累粉丝，不急于卖货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9AFF"/>
                </a:solidFill>
              </a:defRPr>
            </a:pPr>
            <a:r>
              <a:t>第4~5月：内容测试期——找10~30位KOC合作，测出1~2个爆款方向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98347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272"/>
                </a:solidFill>
              </a:defRPr>
            </a:pPr>
            <a:r>
              <a:t>第6月起：开始直播带货，追求ROI转正，开始投放Spark 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742431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42431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B800"/>
                </a:solidFill>
              </a:defRPr>
            </a:pPr>
            <a:r>
              <a:t>第9~12月：考虑扩展到其他东南亚国家（越南/泰国/马来西亚）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⚠️ 做好3个月以上资金储备！MFDS认证可能耗时3~6个月，时间线可能整体延后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✅ 韩国TikTok Shop开业核对清单（完整版）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企业注册（株式会社/有限责任公司）+ 공인인증서 + 企业银行账户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韩国实名手机号 + TikTok Shop账号注册（seller.tiktok.com）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🔴 KC认证 / MFDS化妆品注册（美妆/电子/儿童产品必备）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🔴 韩国VAT税号注册（NTS） + 税务师세무사签约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🔴 支付网关（KG Inicis/NICEPay）绑定 + Naver Pay/KakaoPay接入（必须！）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98347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仓储/物流方案确定（本地仓/中转仓） + 退货仓设置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742431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42431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Payoneer / Wise 多币种账户开通（立即换汇）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01383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01383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A5A"/>
                </a:solidFill>
              </a:defRPr>
            </a:pPr>
            <a:r>
              <a:t>🔴 韩语客服配置（AI chatbot + 人工，24小时内回复）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726033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26033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韩语内容创作（本地化制作：韩语音乐/VLLO剪辑/7-12秒视频）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801928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801928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C851"/>
                </a:solidFill>
              </a:defRPr>
            </a:pPr>
            <a:r>
              <a:t>✅ KOC合作资源（10-30位1万~10万粉垂类达人，纯佣15-25%）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87782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8778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⚠️ Naver品牌舆情铺垫（博客测评/KOC种草，提升Naver搜索转化率）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🔴=关键必做(红色) / ⚠️=视类目决定(橙色) / ✅=已完成(绿色)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📚 推荐学习资源（持续更新）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D6A"/>
                </a:solidFill>
              </a:defRPr>
            </a:pPr>
            <a:r>
              <a:t>TikTok Shop Seller Center（官方）：seller.tiktok.com — 最权威注册/费率/政策来源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4767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9AFF"/>
                </a:solidFill>
              </a:defRPr>
            </a:pPr>
            <a:r>
              <a:t>韩国食品医药品安全处（MFDS）：mfds.go.kr — 化妆品/食品法规，2026年认证新规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0662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6624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9AFF"/>
                </a:solidFill>
              </a:defRPr>
            </a:pPr>
            <a:r>
              <a:t>韩国国税厅（NTS）：nts.go.kr — VAT登记申报、2026年代扣代缴新规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6557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9AFF"/>
                </a:solidFill>
              </a:defRPr>
            </a:pPr>
            <a:r>
              <a:t>KC认证：kc.mark.kr — 产品认证必备，含2026年扩大范围的品类清单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2452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953A"/>
                </a:solidFill>
              </a:defRPr>
            </a:pPr>
            <a:r>
              <a:t>YouTube频道：'쿠팡 로켓배송 대학교'（Coupang卖家学习）/ 'tiktok shop东南亚卖家实操'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98347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B800"/>
                </a:solidFill>
              </a:defRPr>
            </a:pPr>
            <a:r>
              <a:t>Naver知识iN + 博客：搜索'쿠팡셀러'、'tiktokshop후기' — 韩国卖家真实经验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⚠️ 免责声明：本指南基于2026年4月前公开信息整理，政策随时调整，请以官方最新公告为准。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开始行动！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双向掘金：中韩供应链 × 东南亚市场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4D6A"/>
                </a:solidFill>
              </a:defRPr>
            </a:pPr>
            <a:r>
              <a:t>第一步：确定你的产品方向和目标市场</a:t>
            </a:r>
          </a:p>
          <a:p>
            <a:pPr algn="ctr">
              <a:defRPr sz="1600">
                <a:solidFill>
                  <a:srgbClr val="FF4D6A"/>
                </a:solidFill>
              </a:defRPr>
            </a:pPr>
            <a:r>
              <a:t>第二步：确认你的在韩身份是否具备创业资质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36576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v1.2终审版 · GEM深度复查版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