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韩国 TikTok Shop</a:t>
            </a:r>
            <a:br/>
            <a:r>
              <a:t>从 0 到 1 完整指南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4D6A"/>
                </a:solidFill>
              </a:defRPr>
            </a:pPr>
            <a:r>
              <a:t>2026最新版 · 政策解读 · 避坑指南 · 落地流程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4572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</a:defRPr>
            </a:pPr>
            <a:r>
              <a:t>v1.0 · 待审核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最新情报与市场机会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🎉 重大利好：TikTok Shop Korea-SEA Cross-border 上线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2025年11月起，用韩国企业登记信息可直接入驻东南亚5国TikTok Shop，无需再注册当地法人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支持的东南亚市场：越南、泰国、菲律宾、马来西亚、新加坡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韩国法人营业执照 + 手机号 = 一键开通东南亚5国店铺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272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中国卖家可借道韩国公司，享受韩国跨境资质的背书效应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信息来源：Chosun Biz, TikTok Official 2025.11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📊 韩国 TikTok Shop 现状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韩国TikTok用户超2000万，渗透率位居全球前列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韩国消费者对短视频购物接受度极高，客单价高于东南亚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K-Beauty、K-Fashion 类目在东南亚需求旺盛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Coupang仍是韩国本土最强平台，但TikTok增速更快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竞争激烈程度低于中国，但运营合规要求更严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💰 2026 TikTok Shop 费用结构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入驻费用：目前免入驻费（可能随时调整）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佣金费率：类目不同，约为 2%~15%（科技配件高，服饰美妆低）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结算周期：T+7 到 T+15，不同卖家有不同的账期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提现手续费：约 0.5%~1%，通过Payoneer/Wise结算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3A5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物流费用：韩国仓库发货 vs 中国义乌直发，关税需单独核算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新手必看：常见大坑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注册与资质类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韩国营业执照和中国营业执照不能混用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用中国公司注册韩国TikTok Shop属于违规注册，一旦查出直接封号。韩国市场必须使用韩国本地企业资质。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缺少年销售额报税记录被查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2021年起韩国对境外电商征VAT（10%），瞒报被查到最高罚款销售额3倍。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CE标志 / KC认证缺失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带电产品、化妆品、食品类没有KC认证无法清关，且平台也会下架。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92040"/>
            <a:ext cx="457200" cy="32004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不了解韩国个人情报保护法（PIPA）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收集韩国用户信息需单独授权，否则违法。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运营与物流类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57200" cy="32004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物流时效超出平台要求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韩国消费者习惯当日达或次日达，超时未妥投会影响店铺评分。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客服响应超时（韩语）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平台要求24小时内回复，韩语客服缺失会导致差评和降权。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457200" cy="32004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退货地址填写中国内地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韩国用户退货习惯简单，退回中国费用高且周期长。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92040"/>
            <a:ext cx="457200" cy="320040"/>
          </a:xfrm>
          <a:prstGeom prst="rect">
            <a:avLst/>
          </a:prstGeom>
          <a:solidFill>
            <a:srgbClr val="00C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忽视韩国节假日节奏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中秋/春节物流基本停摆，提前备货否则断货。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内容与账号类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搬运国内视频直接发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TikTok检测重复内容，搬运视频会被降权或封禁。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刷单/虚假评价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TikTok Shop东南亚市场对此零容忍，永久封号。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457200" cy="32004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不了解韩国内容审核规则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韩语敏感词、与韩国文化冲突的内容会被强制下架。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92040"/>
            <a:ext cx="457200" cy="32004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937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账号关联被批量封号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同一IP/设备注册多个账号会被识别为关联账号。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税务与法律类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未注册韩国VAT税号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年销售额超过一定门槛必须注册VAT，否则无法对韩正式营业。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457200" cy="320040"/>
          </a:xfrm>
          <a:prstGeom prst="rect">
            <a:avLst/>
          </a:prstGeom>
          <a:solidFill>
            <a:srgbClr val="FF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不了解韩国海关预扣税制度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通过跨境直邮方式可能有20%预扣税，需要专业清关行处理。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457200" cy="320040"/>
          </a:xfrm>
          <a:prstGeom prst="rect">
            <a:avLst/>
          </a:prstGeom>
          <a:solidFill>
            <a:srgbClr val="FF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不合规产品的进口限制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955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韩国对农产品、动物制品、某些化妆品成分有严格进口限制。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从 0 到 1 · 完整流程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第一步：准备工作（预计2~4周）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① 注册韩国企业：有限责任公司（유한책임회사）或株式会社（주식회사）均可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② 开设韩国企业银行账户（KB/Kakao/Hana Bank）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③ 申请韩国手机号（实名认证必须）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④ 确定产品类目：建议从K-Beauty美妆/护肤品切入，供应链在韩国有优势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⑤ 办理KC认证（带电/美妆/食品类目必备）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20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3A5A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⑥ 税务登记：向韩国国税厅（NTS）申请增值税登记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第二步：注册TikTok Shop（预计1~2周）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① 访问 seller.tiktok.com，用韩国手机号注册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② 上传韩国企业登记证（사업자등록증）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③ 提供法人身份证件（韩国身份证或护照）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④ 选择目标市场：可同时勾选多个东南亚国家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⑤ 填写银行账户信息（用于接收结算）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20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⑥ 等待平台审核：通常3~7个工作日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第三步：仓储与物流（关键决策）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方案A - 韩国本地仓（推荐新手）：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  → 使用韩国第三方仓库（3PL），如CJ物流/Delivengo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  → 优点：时效快，次日达，退货处理方便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  → 缺点：仓储成本较高，约150~300韩币/件/月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方案B - 中国直发（义乌/广州）：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20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  → 空运小包进韩，客诉处理麻烦但初期成本低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97879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3A5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  → 缺点：时效5~10天，关税需预付，竞争劣势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第四步：内容创作与账号运营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账号定位：垂直类目深耕，不要泛娱乐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内容策略：韩国用户喜欢真实感、剧情类短视频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发布频率：每天2~3条，持续3个月后才能稳定流量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韩国达人合作（KOL/KOC）：找1万~10万粉的小达人性价比最高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272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直播带货：韩国直播电商渗透率高，建议重点投入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20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SEO优化：标题、标签用韩语，嵌入热门韩语关键词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第五步：客服与售后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3A5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配置韩语客服：AI chatbot + 人工组合，24小时内必须回复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建立韩语FAQ：减少重复问题，提高响应效率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韩国退货政策：本土仓退货率约3~8%，提前规划好退货处理成本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评价管理：韩国消费者很看重评价，及时联系差评用户解决问题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社交媒体联动：Instagram Reels + TikTok 同步推广，效果叠加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第六步：财务合规与资金回笼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通过Payoneer或Wise开设多币种账户，避免汇率损失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3A5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韩国VAT季度申报：每年1/4/7/10月申报上季度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保留完整进货发票（进入韩国的报关单留存5年）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建议聘请韩国会计师事务所处理税务（约50~100万韩币/年）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结算货币：优先选择韩币结算，不要长期持有汇率风险敞口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📋 韩国TikTok Shop Checklist（核对清单）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企业注册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韩国企业银行账户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51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KC认证（视类目）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375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A5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韩国VAT税号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233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TikTok Shop账号注册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280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2801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仓储/物流方案确定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659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965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韩语内容创作团队/工具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51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6517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韩语客服配置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3375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375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税务代理签约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0233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0233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A1A2E"/>
                </a:solidFill>
              </a:defRPr>
            </a:pPr>
            <a:r>
              <a:t>Payoneer/Wise账户 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建议时间表（韩国→东南亚视角）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⏱️ 从准备到开单 · 建议时间线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第1~2月：韩国企业注册 + 营业执照 + 银行账户 + 税务登记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第2~3月：KC认证申请 + 仓储方案落地 + TikTok Shop注册审核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第3月：账号开通，开始发布内容养号（不急于卖货）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第4~5月：内容测试期，找KOC合作，测出1~2个爆款视频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F272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第6月起：开始直播带货，优化广告投放，追求ROI转正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1206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第9~12月：东南亚市场扩展到其他国家（越南/泰国/马来西亚）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💡 给韩国本地华人卖家的建议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身份优势：同时掌握中韩两种供应链，可在韩国注册公司卖给中国用户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C851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内容优势：双语言能力，制作中韩双语内容，吸引两边用户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供应链优势：韩国美妆/服饰供应链成熟，品质背书强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建议优先考虑：韩国→东南亚（韩企资质可通用）或韩国→中国（反向海淘）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个人IP型创业 vs 企业化运营：建议先个人跑通MVP，再决定是否公司化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开始行动！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4D6A"/>
                </a:solidFill>
              </a:defRPr>
            </a:pPr>
            <a:r>
              <a:t>第一件事：确定你的产品方向和目标市场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657600"/>
            <a:ext cx="5486400" cy="4572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</a:defRPr>
            </a:pPr>
            <a:r>
              <a:t>v1.0 · 待审核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📚 推荐学习资源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344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TikTok Shop Seller Center（官方）：seller.tiktok.com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4D6A"/>
                </a:solidFill>
              </a:defRPr>
            </a:pPr>
            <a: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TikTok Shop卖家大学（官方视频课程）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8892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韩国国税厅NTS官网：nts.go.kr（税务合规必读）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9AFF"/>
                </a:solidFill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KC认证申请：kc.mark.kr（产品认证必备）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953A"/>
                </a:solidFill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A1A2E"/>
                </a:solidFill>
              </a:defRPr>
            </a:pPr>
            <a:r>
              <a:t>参考YouTube频道：东南亚TikTok Shop实操博主（搜索关键词：TikTok Shop 卖家 东南亚）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⚠️ 免责声明：本指南仅供参考，不构成投资建议。政策随时可能调整，请以官方最新公告为准。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